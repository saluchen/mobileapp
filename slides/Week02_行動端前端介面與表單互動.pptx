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02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2 週：React Native 表單互動與狀態管理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核心命題：UI = f(State)，畫面是狀態的函數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51 ~ 100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技術主軸：useState · TextInput 雙向綁定 · 前端驗證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區塊一：資料驅動 UI 的哲學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命令式 UI 的困境：每個畫面變化都要親手抓元件、親手改值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原生 Android 需先 findViewById 取得元件，再逐一 setText 更新。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畫面越複雜，手動同步的程式碼就越多，也越容易漏掉某一處。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資料與畫面各存一份，兩者不同步就是 Bug 的溫床。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維護者必須讀完所有事件處理器，才敢確定畫面現在長什麼樣。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 UI 思維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命令式 Imperative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描述「怎麼做」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手動抓元件並改值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資料與畫面各一份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同步責任在工程師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宣告式 Declarative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描述「長怎樣」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改狀態畫面自動更新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資料是唯一來源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同步責任在框架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區塊一：資料驅動 UI 的哲學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宣告式 UI 的精神：UI = f(State)，你只需要描述結果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畫面被視為狀態的純函數：同樣的 State 必然畫出同樣的 UI。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工程師不再操作元件，而是「改變狀態」並讓框架去重繪。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狀態成為唯一真相，畫面永遠不會與資料失去同步。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這個觀念與後端「資料庫是唯一真相」完全同構。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狀態驅動的更新循環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使用者觸發事件（輸入、點擊）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呼叫 setState 更新狀態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React 重新執行組件函數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產出新畫面並套用差異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區塊一：資料驅動 UI 的哲學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useState 讓函數擁有記憶：跨越重繪仍保留住的值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Counter.js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'react'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Counter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[目前的值, 更新用的函數] = useState(初始值)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直接改 count 不會重繪，必須透過 setCount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&lt;Button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'已按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 次'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onPress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useState 回傳陣列：目前值與更新函數。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初始值只在第一次渲染時生效。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setCount 會排入更新並觸發重繪。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組件重跑時，count 由 React 保管而不歸零。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區塊一：資料驅動 UI 的哲學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狀態變更後的重繪：Diff 演算法只更新真正改變的節點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組件重新執行後，React 產生一棵新的虛擬 DOM 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新舊兩棵樹逐節點比對（Diff），找出實際差異。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只有差異節點會經 Bridge 通知原生端更新，而非整頁重畫。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這正是宣告式寫法既好維護、又不犧牲效能的關鍵。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Diff 與局部重繪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setState 觸發組件重新執行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產生新的虛擬 DOM 樹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與舊樹比對出差異節點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僅將差異送往原生端重繪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區塊二：React Native 表單核心元件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TextInput 三個必懂屬性：value、onChangeText 與 placeholder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components/EmailField.js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'react-native'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&lt;TextInput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畫面顯示的值來自狀態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每次輸入都同步回狀態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placeholder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"請輸入 Email"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空值時的提示文字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value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由狀態決定顯示內容，形成受控元件。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onChangeText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直接取得字串，不需再解析事件物件。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placeholder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僅為提示，不是預設值也不會被送出。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style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StyleSheet 統一管理外觀。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區塊二：React Native 表單核心元件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鍵盤型態決定體感：Email 與數字欄位要給對的輸入法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keyboardType 讓系統彈出最合適的鍵盤，減少切換次數。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secureTextEntry 讓密碼以圓點顯示，避免旁人窺看。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行動端的輸入成本遠高於桌機，少一次切換就是一次體驗提升。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價格與庫存欄位務必使用數字鍵盤，並在後端再次驗證型別。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鍵盤型態對照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屬性值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適用欄位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default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一般文字、姓名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email-address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Email 登入帳號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numeric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價格、庫存、數量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phone-pad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手機號碼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secureTextEntry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密碼欄位（隱碼）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區塊二：React Native 表單核心元件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登入表單的兩個地雷：自動大寫與自動修正會毀掉帳號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iOS 預設會將首字母自動大寫，使 Email 變成 Abc@mail.com。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自動修正可能把帳號改成完全不同的單字，使用者卻毫無察覺。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這類錯誤在後端只會看到「查無此帳號」，極難從日誌追查。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登入與 Email 欄位一律關閉這兩項，是業界的標準做法。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登入欄位標準寫法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&lt;TextInput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autoCapitalize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"none"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autoCorrect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keyboardType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"email-address"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區塊二：React Native 表單核心元件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點擊區域要夠大：TouchableOpacity 提供可控的視覺反饋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Button 使用系統原生外觀，樣式可調整的空間非常有限。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TouchableOpacity 可完整自訂外觀，並在按下時降低透明度。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點擊區域建議至少 44 × 44 點，符合人體工學與無障礙規範。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任何可點擊元素都必須有明確的視覺反饋，否則使用者會重複點擊。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兩種按鈕元件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寫法最簡單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外觀由系統決定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iOS 與 Android 差異大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適合快速原型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TouchableOpacity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外觀完全自訂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按下時淡化回饋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可控制點擊區大小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正式專案首選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區塊二：React Native 表單核心元件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軟鍵盤不該遮住輸入框：KeyboardAvoidingView 負責讓位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軟鍵盤彈出會佔去畫面近半高度，下方欄位常被完全遮蔽。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KeyboardAvoidingView 會依鍵盤高度自動推升內容。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iOS 用 padding、Android 用 height，behavior 需分平台設定。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外層再包 ScrollView，長表單才能捲動到被遮住的欄位。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防遮擋標準結構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&lt;KeyboardAvoidingView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behavior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Platform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'ios'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'padding'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'height'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&lt;ScrollView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表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單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內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容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ScrollView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KeyboardAvoidingView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區塊三：表單雙向綁定實作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雙向綁定的本質：畫面改狀態，狀態再回頭決定畫面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方向一：使用者輸入 → onChangeText → 更新 State。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方向二：State 改變 → 重新渲染 → value 決定顯示內容。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兩個方向構成閉環，這種元件稱為「受控元件」。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只要少寫其中一個方向，輸入框就會出現打不動或吃字的怪象。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雙向綁定的閉環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使用者敲擊鍵盤輸入字元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onChangeText 取得最新字串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setState 寫入 React 記憶體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重繪時 value 回填輸入框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區塊三：表單雙向綁定實作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為每個欄位建立獨立狀態：先求清楚，再談優化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RegisterForm.js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placeholder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"姓名"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placeholder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"Email"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autoCapitalize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"none"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placeholder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"密碼"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secureTextEntry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設計要點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L1-3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一欄位一狀態，語意最直觀好除錯。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每個輸入框都必須同時給 value 與 onChangeText。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Email 欄記得關閉自動大寫。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密碼欄以 secureTextEntry 隱碼顯示。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區塊三：表單雙向綁定實作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欄位一多就換寫法：以單一物件狀態收斂重複的程式碼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RegisterForm.js（優化版）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以一個物件保存整張表單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通用處理函數：由欄位名稱決定要更新哪一格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handleChange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field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field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handleChange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架構效益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表單狀態集中一處，送出時直接傳整個物件。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L7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展開運算子保留其他欄位，只覆寫指定欄。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[field] 為計算屬性名稱，可動態指定鍵值。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新增欄位不必再新增一組 useState。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區塊三：表單雙向綁定實作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重設按鈕：把狀態設回初始值，畫面自然一起清空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ResetButton.js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一行完成全表單清空，不需逐欄操作元件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handleReset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&lt;TouchableOpacity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onPress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handleReset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重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設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表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單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TouchableOpacity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邏輯說明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把初始值抽成常數，重設與初始化共用一份。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188207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188207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297936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L6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改狀態即可，完全不需要碰 TextInput 元件。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181856"/>
            <a:ext cx="3604153" cy="865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181856"/>
            <a:ext cx="45720" cy="865632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291584"/>
            <a:ext cx="3238393" cy="646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這正是宣告式 UI 帶來的最大便利。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⚡ 效能警告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勿直接改 form 物件，必須傳入新物件才會重繪。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區塊三：表單雙向綁定實作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架構圖：一次鍵盤敲擊，如何一路流進 React 記憶體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鍵盤訊號的完整路徑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359152"/>
            <a:ext cx="1866061" cy="131673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鍵盤事件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使用者敲下字元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44469" y="292608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9605" y="261518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原生事件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725" y="2359152"/>
            <a:ext cx="1866061" cy="131673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onChangeText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取得最新字串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0651" y="292608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5787" y="261518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呼叫更新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5907" y="2359152"/>
            <a:ext cx="1866061" cy="131673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setState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寫入 React 記憶體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96833" y="292608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969" y="261518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觸發重繪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2089" y="2359152"/>
            <a:ext cx="1866061" cy="131673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重新渲染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value 回填畫面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178808"/>
            <a:ext cx="10820095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整個過程沒有任何一行程式碼「直接去修改輸入框」，全靠狀態驅動。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理解這條路徑，就能解釋九成的表單疑難雜症。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區塊四：前端驗證的策略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前端驗證買的是體驗：省下往返時間，秒級回饋錯誤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格式明顯錯誤的請求根本不必送出，直接省下一次網路往返。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使用者在毫秒內就知道哪裡填錯，不必等伺服器回應。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同時降低後端負載，無效請求不會佔用資料庫連線。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但它只是體驗優化——安全性仍完全仰賴後端驗證。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定位差異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前端驗證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回饋速度：毫秒級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節省網路與後端資源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可被繞過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目的是體驗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回饋速度：一次往返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所有請求必經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無法繞過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目的是安全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區塊四：前端驗證的策略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三個必做的檢查：非空、Email 格式與密碼長度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非空檢查：需搭配 trim() 排除只輸入空白的情況。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Email 格式：以正規表示式確認基本結構是否合法。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密碼長度：課程規範至少 6 碼，實務上建議 8 碼以上。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驗證失敗時，錯誤訊息必須指出「哪一欄」與「為什麼」。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常見驗證指標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檢查項目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判斷方式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非空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value.trim() !== ''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Email 格式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正規表示式 test()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密碼長度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value.length &gt;= 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兩次密碼一致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pwd === confirmPwd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數字欄位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!isNaN(Number(value))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區塊四：前端驗證的策略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用正規表示式驗證 Email：拆解每一個符號的意義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utils/validate.js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課程採用的 Email 驗證式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EMAIL_RE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^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^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\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^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\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\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^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\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EMAIL_RE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trim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'student@mail.edu.tw'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true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'student@mail'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false（缺少網域尾綴）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'stu dent@mail.com'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false（含有空白）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語法拆解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^ $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錨定字串頭尾，必須整串符合。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2939796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2939796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049524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[^\s@]+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一個以上的非空白、非 @ 字元。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3685032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3685032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3794760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@ 與 \.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強制要有 @ 與網域中的點號。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4430268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4430268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4539996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test()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回傳布林值，適合直接用於條件判斷。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⚡ 效能警告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正規式只驗格式，帳號是否存在仍須後端確認。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區塊四：前端驗證的策略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即時驗證 vs. 送出時驗證：在體驗與干擾之間取平衡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即時驗證回饋最快，但使用者才打第一個字就報錯會顯得煩躁。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送出時驗證最單純，缺點是錯誤全部集中在最後一刻才出現。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折衷做法：離開欄位（onBlur）時才驗證該欄。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本課程採用「送出時全檢 + 離開欄位時單檢」的混合策略。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三種驗證時機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307"/>
                <a:gridCol w="1453438"/>
                <a:gridCol w="171770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時機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優點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缺點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逐字即時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回饋最快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打字中就報錯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離開欄位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干擾最小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需管理焦點狀態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按下送出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邏輯最單純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錯誤集中出現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區塊四：前端驗證的策略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不合法就把送出鍵置灰：讓錯誤在發生前就被擋下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SubmitButton.js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由狀態直接推導出「表單是否合法」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isValid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trim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length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&lt;TouchableOpacity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disabled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isValid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btn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isValid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btnDisabled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onPress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handleSubmit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建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立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帳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號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TouchableOpacity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isValid 由狀態推導，不需另設一個狀態保存。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L8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disabled 為 true 時不會觸發 onPress。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樣式陣列可依條件疊加置灰效果。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UX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置灰之外仍應提示「還差什麼」才不致困惑。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區塊五：程式碼實作：註冊表單組件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完整組件登場：狀態、畫面與事件三者合一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screens/RegisterScreen.js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'react'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TextInput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TouchableOpacity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'react-native'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RegisterScreen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handleSubmit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validateForm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'註冊成功'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/* 表單欄位與送出按鈕 */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組件三要素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狀態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form 保存三個欄位的當前值。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事件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onChange 與 handleSubmit 處理互動。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畫面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return 描述 UI 該長什麼樣子。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流程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驗證未過即 return，不往下執行。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區塊五：程式碼實作：註冊表單組件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逐行拆解 validateForm：把驗證邏輯收成一個純函數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utils/validateForm.js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validateForm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trim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'欄位錯誤'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'請輸入姓名'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EMAIL_RE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trim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'格式錯誤'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 格式不正確'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length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'密碼太短'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'密碼至少需 6 碼'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邏輯架構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早退法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一發現錯誤立即 return，避免巢狀 if。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順序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由上而下逐項檢查，訊息一次只出現一則。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純函數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只依賴傳入的 form，方便單獨測試。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回傳值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布林值讓呼叫端能決定是否繼續送出。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區塊五：程式碼實作：註冊表單組件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 Alert.alert() 彈出原生對話框：錯誤提示也要有平台質感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Alert.alert(標題, 訊息, 按鈕陣列) 會呼叫各平台的原生對話框。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外觀自動符合 iOS 與 Android 的設計語言，無須自行實作。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可設定多顆按鈕與 style: 'cancel'，處理二次確認情境。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缺點是會打斷操作，欄位層級的錯誤更適合以行內紅字呈現。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二次確認寫法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'確認送出'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'資料正確嗎？'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'取消'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'cancel'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'確定'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onPress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submit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區塊五：程式碼實作：註冊表單組件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用 Flexbox 排出乾淨表單：StyleSheet 集中管理視覺規則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styles.js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StyleSheet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container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flex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padding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24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justifyContent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'center'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borderWidth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borderColor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'#CBD5E1'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borderRadius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padding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marginBottom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16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fontSize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16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btn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backgroundColor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'#1E7FA8'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padding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14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borderRadius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alignItems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'center'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btnDisabled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backgroundColor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'#CBD5E1'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版面要點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flex: 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撐滿可用空間，是 RN 版面的基礎。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padding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行動端建議左右各留 16~24 的邊距。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marginBottom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欄位間距一致，視覺才會整齊。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alignItems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交叉軸對齊，用來置中按鈕文字。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區塊五：程式碼實作：註冊表單組件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動手做：把註冊表單跑進模擬器，完成第一個互動畫面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將本節程式碼複製進專案的 screens/RegisterScreen.js。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App.js 匯入並渲染該組件，存檔後觀察熱重載。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務必在模擬器或實機測試，瀏覽器無法重現軟鍵盤行為。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完成後嘗試輸入錯誤資料，確認三種驗證訊息都會正確出現。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實作步驟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建立 screens/RegisterScreen.js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App.js 匯入並渲染該組件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存檔觸發 Fast Refresh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逐一測試三種驗證錯誤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區塊六：表單狀態的防呆與邊界條件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邊界一：滿是空白的輸入，必須用 trim() 攔下來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只輸入空白鍵的字串長度大於 0，會直接通過天真的非空檢查。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trim() 移除頭尾空白後再判斷，才是正確的非空驗證。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送進資料庫前也應 trim，避免「王小明 」與「王小明」被視為兩人。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後端仍需重複這道處理，前端的清洗不具任何保證。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非空檢查的正確寫法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錯誤：空白字串會通過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正確：先移除頭尾空白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trim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區塊六：表單狀態的防呆與邊界條件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邊界二：連點送出鍵，會在資料庫留下多筆重複訂單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網路較慢時，使用者往往會反覆點擊送出鍵確認有沒有反應。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每一次點擊都是一個獨立請求，後端會忠實地各寫入一筆。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在電商情境中，這等同於重複下單與重複扣款。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根治之道有二：前端鎖定按鈕，後端以請求編號做冪等處理。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連點災難的形成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使用者連點送出鍵三次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三個 POST 請求同時送出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各執行一次 INSERT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資料庫出現三筆重複訂單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區塊六：表單狀態的防呆與邊界條件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 isSubmitting 鎖住按鈕：傳輸期間一律拒絕再次觸發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防連點標準寫法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isSubmitting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setIsSubmitting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handleSubmit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isSubmitting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已在傳輸中，直接忽略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setIsSubmitting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API_URL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finally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setIsSubmitting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成敗都要解鎖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&lt;TouchableOpacity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disabled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isSubmitting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onPress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handleSubmit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isSubmitting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'傳送中…'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'送出'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TouchableOpacity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第一道防線：函數入口即擋掉重複呼叫。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L9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finally 確保失敗時也會解鎖，不會卡死。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disabled 同時給予視覺上的不可點擊感。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文字切換讓使用者知道系統正在處理。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區塊六：表單狀態的防呆與邊界條件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邊界三：貼上超長字串，前端也要設下長度上限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使用者可從其他 App 貼上數萬字元，遠超欄位設計的預期。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maxLength 屬性可從源頭限制輸入長度，是最省事的防線。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長度必須與資料庫欄位定義相符，否則寫入時才會失敗。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超長字串同時是效能與儲存的風險，前後端都要設限。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前後端長度對齊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174"/>
                <a:gridCol w="1578427"/>
                <a:gridCol w="169984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前端上限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資料庫型態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姓名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maxLength 50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VARCHAR(50)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Email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maxLength 100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VARCHAR(100)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密碼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maxLength 72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VARCHAR(255)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商品描述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maxLength 2000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TEXT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區塊六：表單狀態的防呆與邊界條件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把表單看成狀態機：五種狀態決定畫面該長什麼樣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10820095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54864" cy="2011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3852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表單的五種狀態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359152"/>
            <a:ext cx="1300825" cy="113385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閒置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Idle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279233" y="283464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4369" y="252374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聚焦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84489" y="2359152"/>
            <a:ext cx="1300825" cy="113385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輸入中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Editing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540178" y="283464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5314" y="252374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送出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5434" y="2359152"/>
            <a:ext cx="1300825" cy="113385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驗證失敗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Invalid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801124" y="283464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6260" y="252374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重新輸入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06380" y="2359152"/>
            <a:ext cx="1300825" cy="113385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傳輸中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Submitting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062069" y="283464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7205" y="252374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驗證通過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7325" y="2359152"/>
            <a:ext cx="1300825" cy="113385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成功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Success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95928"/>
            <a:ext cx="10820095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每一種狀態都必須有對應的畫面表現，不可有「沒有畫面」的狀態。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狀態機思維能讓你在寫程式前就先發現漏掉的分支。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區塊七：進階表單互動：頁面切換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不裝導覽套件也能切換畫面：一個狀態就夠了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currentScreen 狀態記錄目前要顯示哪一個畫面。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切換畫面等於改變狀態，React 會自動渲染對應的組件。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此法適合兩三個畫面的教學情境，複雜專案仍應使用導覽套件。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好處是完全不需要額外相依，把焦點留在狀態管理本身。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以狀態管理畫面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'LOGIN'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切換畫面 = 改變狀態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'REGISTER'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區塊七：進階表單互動：頁面切換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條件式渲染：三元運算子與短路求值各有適用場合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條件式渲染三種寫法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二選一：使用三元運算子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'LOGIN'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&lt;LoginScreen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onSwitch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'REGISTER'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&lt;RegisterScreen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onSwitch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'LOGIN'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有或沒有：使用短路求值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errorMsg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errorMsg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注意：數字 0 會被渲染出來，需明確轉為布林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length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&lt;ProductList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寫法選擇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三元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兩個畫面二選一時最清楚。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短路 &amp;&amp;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只有「顯示或不顯示」時使用。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陷阱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0 &amp;&amp; 會直接把 0 印在畫面上。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建議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條件複雜時抽成函數，勿層層巢狀。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區塊七：進階表單互動：頁面切換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動態文案封裝：同一組畫面依狀態換上不同標題與按鈕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文案設定物件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把文案集中成設定物件，避免散落在 JSX 之中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'會員登入'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btn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'登入'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switchTo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'還沒有帳號？前往註冊'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REGISTER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'建立帳號'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btn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'註冊'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switchTo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'已有帳號？前往登入'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btn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封裝效益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集中管理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改文案只需動一個物件。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易擴充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新增畫面就多加一組鍵值。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可國際化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未來要多語系時可直接替換整份。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JSX 乾淨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畫面層不再充滿條件判斷。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區塊七：進階表單互動：頁面切換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切換畫面務必清空密碼：不讓敏感資料殘留在記憶體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若不清空，切回登入畫面時仍會看到上一次輸入的密碼。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密碼留在狀態中，任何後續的除錯輸出都可能將其外洩。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原則：敏感資料的存活時間應壓到最短。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切換的同時一併清除錯誤訊息，避免舊訊息誤導使用者。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安全的畫面切換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setErrorMsg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區塊七：進階表單互動：頁面切換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整合成果：登入與註冊共用同一個狀態驅動的容器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AuthContainer.js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AuthContainer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screen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setScreen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'LOGIN'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setForm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switchScreen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next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setForm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setScreen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next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&lt;View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container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screen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'LOGIN'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&lt;LoginForm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onSwitch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switchScreen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&lt;RegisterForm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onSwitch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switchScreen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View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整合重點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screen 決定顯示哪一個子組件。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L5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切換時統一清除密碼，邏輯只寫一處。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L13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子組件透過 props 取得資料與回呼。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成果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兩個畫面、一份狀態、零導覽套件。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區塊八：商品管理員表單介面設計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需求擴充：管理端也需要一張能把商品送進資料庫的表單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顧客端負責讀，管理端負責寫，兩者的表單設計重點完全不同。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管理表單欄位更多、型別更雜，是驗證邏輯的真正考驗。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每一個欄位都會直接對應到 products 資料表的一個欄位。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本週先完成介面與驗證，第 5 週再串接實際的寫入 API。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兩種表單的差異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顧客端表單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欄位少、以登入為主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重視輸入速度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錯誤成本低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以讀取為核心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管理端表單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欄位多、型別複雜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重視資料正確性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錯誤直接影響營運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以寫入為核心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區塊八：商品管理員表單介面設計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商品表單六欄位規劃：先想清楚型別，再開始寫畫面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欄位規劃必須與資料表設計同步進行，避免前後端認知落差。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價格與庫存是數字，描述是長文字，分類是外部鍵參照。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圖片欄位存的是網址字串，而非圖片檔案本身。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3 週會把這張規劃表直接翻譯成 CREATE TABLE 語法。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欄位與型別對照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692"/>
                <a:gridCol w="1372692"/>
                <a:gridCol w="174706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輸入型態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對應型別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商品名稱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單行文字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VARCHAR(100)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分類 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數字/選單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INT (FK)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價格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數字鍵盤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DECIMAL(10,2)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庫存量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數字鍵盤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詳細描述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多行文字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TEXT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圖片網址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單行文字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VARCHAR(255)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區塊八：商品管理員表單介面設計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多行輸入框設定：multiline 與 numberOfLines 缺一不可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components/DescriptionField.js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&lt;TextInput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description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'description'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placeholder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"請輸入商品詳細描述"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multiline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允許換行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numberOfLines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Android 的初始顯示行數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maxLength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textAlignVertical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"top"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Android 文字從頂端開始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height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multiline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未設為 true 時按 Enter 不會換行。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numberOfLines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僅影響 Android，iOS 需靠 height。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textAlignVertical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不設定時 Android 文字會垂直置中。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height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跨平台一致的做法是直接指定高度。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區塊八：商品管理員表單介面設計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數字欄位的陷阱：TextInput 永遠回傳字串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數字欄位轉型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price 從 TextInput 取得時是字串 '1290'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typeof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'string'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陷阱：字串相加變成串接，不是數學運算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'1290100'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正確：送出前強制轉型並驗證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Number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isNaN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'格式錯誤'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'價格必須是大於 0 的數字'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轉型要點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typeof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永遠是 string，即使鍵盤是數字鍵盤。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+ 運算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字串相加會串接，是常見的計算錯誤。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Number()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轉換失敗會得到 NaN，必須用 isNaN 檢查。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後端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端仍須再次驗證與轉型，不可信任前端。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區塊八：商品管理員表單介面設計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組出管理端上架介面：為第 5 週的寫入 API 鋪好路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版面順序依填寫直覺排列：名稱 → 分類 → 價格 → 庫存 → 描述 → 圖片。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數字欄位並排可縮短捲動距離，提升管理員的輸入效率。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送出前把整個 form 轉為 JSON，即為 API 的請求主體。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本頁完成後，前端已具備把商品資料送往後端的完整能力。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上架表單版面順序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基本資訊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商品名稱 · 分類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300984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價格與庫存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並排的兩個數字欄位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242816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詳細描述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多行文字，上限 2000 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4" y="5184648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圖片與送出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圖片網址 · 防連點送出鍵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區塊九：前端組件模組化拆分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App.js 肥大化的代價：一個檔案綁架整個團隊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所有畫面擠在同一檔案，捲動找程式碼的時間超過寫程式的時間。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多人協作時集中在同一檔案修改，版本衝突幾乎無法避免。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任何一處小改動都會讓整個檔案重新載入，熱重載變慢。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拆分的判準：一個檔案只負責一件事，超過 200 行就該考慮拆。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技術債的累積路徑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App.js 累積到上千行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找程式碼比寫程式碼還久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多人同時修改造成衝突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重構成本隨時間急速上升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區塊九：前端組件模組化拆分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抽出 LoginScreen.js：把畫面連同它的狀態一起搬走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screens/LoginScreen.js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screens/LoginScreen.js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'react'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TextInput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Button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'react-native'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onLoginSuccess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&lt;TextInput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&lt;Button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"登入"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onPress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onLoginSuccess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拆分原則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自足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組件自己保管只有自己會用到的狀態。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介面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對外只暴露 props，內部實作可自由更動。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命名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檔名與組件名一致，維護時最好找。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位置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畫面放 screens/，可重用元件放 components/。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區塊九：前端組件模組化拆分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ES6 模組語法：export 決定給誰用，import 決定用什麼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模組語法對照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具名匯出：一個檔案可以有很多個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EMAIL_RE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^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^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\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^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\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validateForm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預設匯出：一個檔案只能有一個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匯入端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'./screens/LoginScreen'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EMAIL_RE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validateForm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'./utils/validate'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使用時機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default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檔案的主角，匯入時可自訂名稱。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具名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工具函數與常數，需以大括號匯入。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路徑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自寫檔案用相對路徑，套件直接寫名稱。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常見錯誤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大括號有無寫反，是最典型的匯入錯誤。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區塊九：前端組件模組化拆分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父子資料傳遞：Props 往下傳資料，Callback 往上回報事件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父子溝通模式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父組件：持有狀態，並把回呼函數傳下去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&lt;LoginScreen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onLoginSuccess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子組件：不知道父層要做什麼，只負責在對的時機呼叫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onLoginSuccess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&lt;Button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onPress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onLoginSuccess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資料流向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向下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資料以 props 由父傳子，方向單一。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向上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事件以 callback 由子通知父。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原則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狀態放在需要它的最上層組件。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好處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子組件可重複使用於不同的父層情境。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區塊九：前端組件模組化拆分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專案目錄結構：讓新成員三分鐘就知道東西放哪裡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專案目錄結構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[Project]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只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負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責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組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裝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，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不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寫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商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務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邏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screens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整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頁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畫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面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RegisterScreen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ProductFormScreen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components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可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重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用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的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小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元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InputField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PrimaryButton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utils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純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函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數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工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具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validate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第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週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用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來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封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裝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分層原則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screens/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一個檔案 = 一個整頁畫面。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components/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會被兩處以上使用才放進來。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utils/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不含畫面的純邏輯，最容易測試。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api.js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 fetch 集中封裝，換網址只改一處。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區塊十：課堂實驗與除錯大會戰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除錯一：ReferenceError 多半是忘了匯入 useState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錯誤訊息會直接寫出「useState is not defined」。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原因是只寫了 import React，卻沒有一併匯入具名的 Hook。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看到 is not defined，第一件事永遠是回頭檢查匯入。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編輯器的自動匯入功能可大幅減少這類低級錯誤。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正確的匯入寫法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錯誤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React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'react'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正確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React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'react'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區塊十：課堂實驗與除錯大會戰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除錯二：樣式名稱拼錯會拿到 undefined，畫面直接崩潰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styles.containr 這類拼錯不會報錯，只會安靜地回傳 undefined。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錯誤往往延後爆發，訊息也與真正的原因相距甚遠。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善用開發者選單的 Element Inspector 定位問題元件。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根治方法：樣式名稱一律由編輯器自動補全，不要手打。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常見徵狀速查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751"/>
                <a:gridCol w="272269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徵狀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排查方向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畫面全白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根組件是否有回傳內容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樣式沒生效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名稱拼字與大小寫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元件疊在一起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父層是否少了 flex: 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點不到按鈕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是否被其他元件覆蓋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App 閃退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查看終端機的紅屏訊息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區塊十：課堂實驗與除錯大會戰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本週驗收：一張具備驗證與防連點的雙向綁定表單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必須在實機或模擬器上完成，且三項驗證皆能正確提示。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連續快速點擊送出鍵，只能觸發一次請求。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軟鍵盤彈出時，正在輸入的欄位不可被遮擋。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本週實驗檢核表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三個欄位皆為受控元件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非空、Email、密碼長度驗證齊備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isSubmitting 成功擋下連點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鍵盤不遮擋任何輸入欄位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區塊十：課堂實驗與除錯大會戰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課後思辨：前端驗證過了，後端還需要再驗一次嗎？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答案是必須，而且是無條件必須。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攻擊者可用工具直接呼叫 API，你的前端驗證從未執行過。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資料庫的約束（NOT NULL、UNIQUE）是最後一道防線。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請以三百字說明理由，並舉出一個繞過前端驗證的具體手法。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思辨提示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前端驗證是給「使用者」看的，後端驗證是防「攻擊者」的。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任何在客戶端執行的程式碼，都可被使用者修改或跳過。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第 3 週將以資料庫約束再補上第三層防護。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W2: 行動端前端介面與表單互動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區塊十：課堂實驗與除錯大會戰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下週預告：把資料真正存下來——MariaDB 資料表設計實務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從前端記憶體中的 State，走向磁碟上的持久化資料表。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學會主鍵設計、型態選擇與約束，寫出第一份正式 DDL。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本週規劃的六個商品欄位，下週將直接翻譯成 CREATE TABLE。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價格為何絕不能用 FLOAT？下週會用實驗證明給你看。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第 3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SQL 三大分類與 RDBMS 核心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主鍵設計的三大金律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DECIMAL 與財務精確度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Users / Products 資料表實作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