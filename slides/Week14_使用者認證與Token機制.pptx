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14  /  50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14 週：使用者認證與 Token 安全機制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核心命題：無狀態架構，由客戶端自我證明身分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全域第 651 ~ 700 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技術主軸：Stateless · Token · Middleware · Bearer · JWT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區塊一：行動端安全危機與 Session 失效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傳統網頁認證：Cookie 配 Session 檔案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傳統網頁靠瀏覽器自動附帶 Cookie 來記住身分。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Cookie 對應到伺服器端的一份 Session 檔案。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伺服器據此認得「你是剛剛登入的那個人」。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這一切，都建立在「瀏覽器會自動管 Cookie」之上。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瀏覽器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自動帶 Cookie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自動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伺服器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比對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區塊一：行動端安全危機與 Session 失效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行動端決裂：React Native 沒有自動 Cookie 機制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React Native 不是瀏覽器，天生沒有 Cookie 管理機制。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它不會自動在每個請求附帶身分憑證。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傳統 Session 那一套，在行動端直接失效。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行動應用的認證，必須換一種思路。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兩種環境的差異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瀏覽器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自動存 Cookie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自動附帶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配 Session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無感認證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React Native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 Cookie 機制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不自動附帶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Session 失效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需手動帶憑證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區塊一：行動端安全危機與 Session 失效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強行用 Session：每次請求都被當成陌生人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若硬在行動端用 Session，每次 AJAX 都沒帶 Cookie。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 PHP 於是把每個請求都視為全新的陌生人。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你剛登入，下一個請求卻又被要求登入。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這條路走不通，必須改用無狀態的認證方式。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Session 在行動端的困境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手機登入成功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下個 AJAX 沒帶 Cookie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後端視為未登入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永遠登入失敗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區塊一：行動端安全危機與 Session 失效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現代哲學：走向無狀態（Stateless）架構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現代 API 設計走向無狀態：伺服器不保存任何人的登入狀態。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改由客戶端在每個請求中，自我證明身分。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身分的憑證，就是後端核發的 Token。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這與第 7 週 REST 的無狀態精神完全一致。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無狀態架構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伺服器不記狀態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不存 Session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客戶端自證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每次帶 Token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可水平擴展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任一機器都能驗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區塊二：Token 認證機制運作全景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Token 是什麼：登入後核發的時效性識別字串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Token 是使用者登入成功後，後端分發的一串字串。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它獨一無二、無法猜測，且具有時效性。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此後手機出示這串 Token，就等於證明自己的身分。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它就像一張有期限的通行證。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Token 三特性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唯一性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無法被猜測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時效性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有到期時間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可撤銷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後端可令失效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區塊二：Token 認證機制運作全景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生命週期：登入→驗密碼→簽章→回手機，資料庫不寫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0820095" cy="2194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938528"/>
            <a:ext cx="54864" cy="2194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121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Token 生命週期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手機登入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帳密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44469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9605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725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後端驗證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bcrypt 比對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670651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5787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簽章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5907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簽發權杖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payload + HMAC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96833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1969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回傳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2089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手機保管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後續每次附帶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70248"/>
            <a:ext cx="10820095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帳密通過後，後端把 payload 加上 HMAC 簽章直接回傳 —— 全程沒有任何 INSERT 或 UPDATE。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手機收下後自行保管，之後每個請求附帶（存放位置見區塊五）。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區塊二：Token 認證機制運作全景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此後每個請求：都要手動塞入 Token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登入之後，加購物車、結帳等每個請求……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都必須在 HTTP 請求裡手動附帶這個 Token。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因為 RN 不會自動帶，得由我們自己放進去。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沒帶 Token 的請求，後端一律當作未登入。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加購物車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帶 Token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每次附帶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驗 Token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區塊二：Token 認證機制運作全景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業界標準：放在 Authorization: Bearer &lt;Token&gt;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Authorization 標頭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業界標準：Token 放在 Authorization 標頭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headers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'application/json'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'Authorization'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`Bearer ${token}`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"Bearer " 是固定前綴，後接實際 Token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注意 Bearer 後面有一個關鍵的空格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標頭格式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Authorization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標準的認證標頭。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Bearer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持有者權杖類型。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空格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Bearer 後必須有空格。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Token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接在空格之後。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區塊二：Token 認證機制運作全景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架構全景：Token 在四個地方之間流轉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0820095" cy="2194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938528"/>
            <a:ext cx="54864" cy="2194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121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Token 流轉循環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AsyncStorage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本地保存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44469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9605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讀取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725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HTTP Header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隨請求附帶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670651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5787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傳輸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5907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記憶體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解析驗證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96833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1969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查驗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2089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比對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70248"/>
            <a:ext cx="10820095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Token 從本地取出、隨標頭送出、由 PHP 解析、到資料庫比對，形成閉環。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四個環節環環相扣，缺一則認證失敗。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區塊三：資料表擴充與登入分發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兩條路線的抉擇：Token 要不要存進資料庫？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ALTER TABLE users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路線 A｜有狀態：把 Token 存進資料庫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ALTER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ADD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COLUMN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auth_token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VARCHAR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ADD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COLUMN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token_expired_at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DATETIME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代價：每支 API 都要多查一次 Token 表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路線 B｜無狀態：Token 自帶簽章，資料庫不存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本課程參考實作採用路線 B，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上面那兩個欄位在實作中已被移除。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欄位設計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路線 A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查詢成本壓在資料庫。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路線 B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驗簽只用 CPU，不碰 DB。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可撤銷性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 天生可撤銷，B 需黑名單。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本專案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採 B，並加 Revoked_Tokens。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區塊三：資料表擴充與登入分發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login.php：以 password_verify 比對雜湊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login.php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"SELECT id, password FROM users WHERE email = ?"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'email'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以 password_verify 比對雜湊，絕不自行解密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password_verify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'password'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'password'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'error'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'帳號或密碼錯誤'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登入驗證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SELECT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依 Email 取用戶。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password_verify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比對雜湊密碼。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失敗回 401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帳密錯誤。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模糊訊息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不透露是哪項錯。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區塊三：資料表擴充與登入分發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簽發 Token：payload 加 HMAC 簽章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生成 Token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payload 帶身分與到期時間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$payload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json_encode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'user_id'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'exp'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time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604800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7 天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b64u_encode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$payload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用伺服器密鑰簽章，組成 payload.signature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$sig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b64u_encode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hash_hmac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'sha256'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$secret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'.'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$sig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生成要點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payload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身分與到期時間都在裡面。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hash_hmac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用密鑰產生無法偽造的簽章。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兩段式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payload.signature，即簡化版 JWT。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密鑰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取自設定檔，絕不寫死在程式碼。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區塊三：資料表擴充與登入分發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無狀態的關鍵：資料庫完全不被寫入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更新 Token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路線 A 會在這裡寫一次資料庫：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  UPDATE Users SET auth_token = ?, ...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路線 B 什麼都不寫 —— 到期時間已經封在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payload 的 exp 裡，由簽章保護不被竄改。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json_encode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'token'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'expires_in'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604800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'role'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'role'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'home'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home_page_for_role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'role'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更新要點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零寫入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登入不產生任何 DB 寫入。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exp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到期時間封在 payload 內。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防竄改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改 exp 會讓簽章對不上。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role/home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順便告訴前端該去哪一頁。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區塊三：資料表擴充與登入分發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封裝回傳：把 Token 拋回前端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回傳 Token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'success'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'登入成功'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'token'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'name'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'name'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前端收到後，把 token 存進 AsyncStorage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回傳要點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token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核發的通行證。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user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基本資料供顯示。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不回密碼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永不回傳密碼欄。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下一步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前端本地保存。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區塊四：後端安全攔截器實作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保護敏感路由：不能讓人不登入就呼叫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購物車、結帳這類路由，絕不能開放給未登入者。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需要一道「攔截器」，在執行業務前先驗身分。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這道攔截器，就是後端的 Middleware。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它是守護資料庫的門神，先驗票才放行。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請求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帶 Token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攔截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Middleware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驗票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放行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業務邏輯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通過才執行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區塊四：後端安全攔截器實作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getallheaders：提取 Authorization 標頭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提取標頭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取得所有請求標頭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$headers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getallheaders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$authHeader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$headers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'Authorization'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authHeader 內容形如："Bearer a3f9c2..."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empty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$authHeader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'error'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'缺少認證憑證'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提取要點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getallheaders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取全部請求標頭。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Authorization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取認證標頭。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?? ''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缺漏給空字串。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空即 401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沒帶就拒絕。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區塊四：後端安全攔截器實作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剝離 Bearer：str_replace 取出純 Token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剝離 Bearer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從 "Bearer a3f9c2..." 剝離出純 Token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str_replace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'Bearer 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$authHeader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得到：a3f9c2...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注意 'Bearer ' 含尾端空格，才能正確剝離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剝離要點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str_replace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移除 Bearer 前綴。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含空格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'Bearer ' 帶尾空格。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純 Token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留下實際憑證。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陷阱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漏空格會殘留一格。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區塊四：後端安全攔截器實作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驗簽三關：簽章、到期、黑名單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驗簽與黑名單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① 用同一把密鑰重算簽章，定時比對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$expected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b64u_encode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hash_hmac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'sha256'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$parts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$secret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hash_equals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$expected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$parts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② 檢查 payload 的到期時間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$payload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json_decode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b64u_decode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$parts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$payload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'exp'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time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③ 查黑名單：登出過的權杖一律拒絕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"SELECT 1 FROM Revoked_Tokens WHERE token_hash = ?"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hash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'sha256'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deny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"此登入階段已登出"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三道關卡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hash_equals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定時比對，不因字元差異洩漏簽章。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exp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到期時間在 payload 內，受簽章保護。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黑名單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無狀態的代價：登出要靠它。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只存雜湊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黑名單不存權杖原文。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區塊四：後端安全攔截器實作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鐵壁卡關：無效或過期立刻 401 切斷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401 攔截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Token 找不到或已過期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'error'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'憑證非法，拒絕連線'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exit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★ 強行切斷後續所有 CRUD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通過驗證，$user['id'] 即當前登入者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攔截要點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!$user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驗證失敗。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401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未授權狀態碼。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exit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立即中止，不執行業務。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通過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才進入 CRUD。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區塊五：前端於 Headers 附帶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封存 Token：AsyncStorage.setItem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封存 Token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登入成功，收到 token 後第一步：本地封存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UserService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login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pwd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'user_token'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此後每個受保護請求都會用到它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封存要點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setItem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存進本地。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鍵 user_token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統一鍵名。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持久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重開 App 仍在。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下一步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請求時讀出附帶。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區塊五：前端於 Headers 附帶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改造 Service：為 Fetch 加上 Headers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附帶 Token 的請求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services/api.js 統一為請求附帶 Token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authRequest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path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options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'user_token'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`${BASE_URL}${path}`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options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headers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'application/json'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'Authorization'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`Bearer ${token}`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改造要點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讀 Token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請求前取出。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Authorization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自動附帶。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集中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所有請求共用。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免重複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各畫面不必自己帶。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區塊五：前端於 Headers 附帶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先讀後送：發請求前非同步取本地 Token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AsyncStorage 是非同步的，讀 Token 要 await。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所以必須「先讀出 Token，再送出請求」。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順序不能反，否則會帶到 undefined。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封裝在 Service 裡，呼叫端完全無感。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先讀後送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await 讀本地 Token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組裝 Headers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送出請求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Token 隨行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區塊五：前端於 Headers 附帶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配置範例：headers 加入 Bearer Token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加購物車帶 Token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localToken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'user_token'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`${API}/cart`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method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headers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'application/json'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'Authorization'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`Bearer ${localToken}`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stringify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quantity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配置要點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localToken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先讀出的憑證。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Bearer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固定前綴加空格。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樣板字串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嵌入 Token。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受保護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後端據此放行。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區塊五：前端於 Headers 附帶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完整鏈結：Token 自動被附帶發射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從登入封存，到每次請求自動附帶，形成完整鏈結。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畫面層只呼叫 Service，完全看不到 Token 細節。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Token 在幕後默默隨每個受保護請求發射。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這就是無狀態認證在前端的優雅實踐。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Service 讀 Token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本地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附帶 Header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自動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後端驗證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放行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區塊六：Token 逾期與強制踢出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邊界情境：放一週後 Token 已過期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使用者把 App 開著放了一星期沒動。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伺服器端的 Token 早已超過 7 天有效期。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此時點加購物車，後端會拒絕這個過期憑證。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前端必須優雅地處理這個「憑證過期」情境。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放一週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Token 過期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失效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加購物車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後端回 401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區塊六：Token 逾期與強制踢出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前端防呆：收到 401 就是憑證失效訊號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Fetch 送出後，收到後端回傳的 401 狀態碼。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401 就是「你的憑證無效」的明確訊號。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前端必須攔截它，而非放任畫面卡住。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統一在 Service 層處理，全站行為一致。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攔截 401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憑證失效，觸發登出流程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forceLogout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區塊六：Token 逾期與強制踢出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警示使用者：憑證過期，請重新登入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判定 res.status === 401 後，先警示使用者。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彈出「您的登入憑證已過期，請重新登入」。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讓使用者理解發生了什麼，而非莫名被踢。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清楚的提示，是良好體驗的一部分。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過期提示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'登入已過期'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'請重新登入以繼續'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區塊六：Token 逾期與強制踢出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清空髒資料：removeItem 抹除過期 Token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forceLogout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forceLogout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'登入已過期'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'請重新登入'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抹除本地失效的 Token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removeItem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'user_token'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下一步：把畫面切回登入頁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setRootState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'LOGIN'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清空要點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removeItem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抹除過期 Token。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避免殘留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不留髒憑證。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一致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登出流程統一。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下一步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切回登入頁。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區塊六：Token 逾期與強制踢出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強制彈回：根狀態切回 LOGIN 畫面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把全站根狀態切回 'LOGIN'，強制回到登入畫面。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非法使用者就此被踢出商城，無法繼續操作。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確保沒有有效憑證的人，碰不到任何受保護功能。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系統因此固若金湯，過期即出局。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強制踢出流程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收到 401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警示使用者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清空本地 Token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切回登入頁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區塊七：JWT 架構概念前瞻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擴充視野：大廠主流的 JWT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我們用的是最單純的「資料庫 Token」。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業界主流則是更進階的 JWT（JSON Web Token）。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認識它，能看清 Token 認證的演進方向。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JWT 解決了資料庫 Token 的一個效能痛點。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Token 的兩種路線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資料庫 Token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存表查驗（本課程）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JWT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自包含免查庫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演進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省下資料庫壓力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區塊七：JWT 架構概念前瞻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痛點：每次請求都要查一次資料庫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 Token 每次驗證，都要 SELECT 查一次 Users 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請求量一大，這對資料庫是額外的二次壓力。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認證本身就變成了一個效能瓶頸。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JWT 正是為了消除這次查詢而生。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每個請求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驗 Token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每次查庫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查資料庫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二次壓力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區塊七：JWT 架構概念前瞻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JWT 奇蹟：自包含，資訊直接寫在 Token 裡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JWT 把用戶資訊、過期時間直接寫進 Token 內。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並用後端私鑰進行數位簽章，防止竄改。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驗證時只需驗簽章，不必查資料庫。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這種「自帶資訊」的特性，稱為自包含。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JWT 自包含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自帶資訊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用戶與過期時間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數位簽章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私鑰防竄改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免查庫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驗簽即可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區塊七：JWT 架構概念前瞻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三段結構：Header、Payload、Signature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JWT 由三段組成，以圓點相連。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Header 標頭：說明簽章演算法。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Payload 載荷：用戶資訊與過期時間。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Signature 簽章：驗證前兩段是否被竄改。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JWT 三段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886"/>
                <a:gridCol w="258656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段落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內容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Header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簽章演算法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Payload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用戶資料、到期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Signature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防竄改簽章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格式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xxx.yyy.zzz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區塊七：JWT 架構概念前瞻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免查庫驗證：只用 CPU 比對簽章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收到 JWT 後，只需在記憶體用 CPU 驗簽章。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完全不必驚動 MariaDB，認證因此極快。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簽章合法，就信任 Payload 裡的身分資訊。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以運算換查詢，這是 JWT 高效能的祕密。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兩者取捨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資料庫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每次查庫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可即時撤銷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資料庫壓力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本課程用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JWT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驗簽免查庫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撤銷較麻煩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CPU 運算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大廠主流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區塊八：防範 Token 劫持與中間人攻擊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威脅：同一 Wi-Fi 下 Token 被側錄怎麼辦？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在同一個 Wi-Fi 下，有人用 Wireshark 監聽側錄。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若走明文 HTTP，Token 就赤裸裸地被看光。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拿到 Token，攻擊者就能冒充你的身分。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這就是中間人攻擊（MITM）的威脅。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明文 HTTP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傳 Token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攔截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Wireshark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側錄竊取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區塊八：防範 Token 劫持與中間人攻擊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終極防禦：全面強制啟用 HTTPS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防禦中間人攻擊的終極解方，就是全面啟用 HTTPS。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所有連線都經過 TLS/SSL 加密。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包含 Authorization 在內的所有內容都被加密。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上線環境一律走 HTTPS，這是不可退讓的底線。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加密傳輸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HTTP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明文，可被側錄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HTTPS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TLS 加密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結論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上線必用 HTTPS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區塊八：防範 Token 劫持與中間人攻擊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HTTPS 原理：TLS 把封包全砸成亂碼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HTTPS 在傳輸層以 TLS/SSL 加密整個封包。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含標頭、Token、內容全部被砸成亂碼。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中間人縱使攔截，也只看到無意義的密文。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沒有金鑰，就無法還原出原始的 Token。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原始封包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含 Token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加密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TLS 加密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變亂碼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無解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攔截者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看不懂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區塊八：防範 Token 劫持與中間人攻擊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重放攻擊：截獲的請求被原樣重送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重放攻擊（Replay Attack）：攻擊者原樣重送截獲的請求。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即使看不懂內容，重送一次也可能造成重複操作。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防範思維：讓每個請求帶有一次性的時間戳或亂數。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HTTPS 加上請求時效性，才能雙重防護。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重放攻擊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截獲請求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原樣保存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重放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重複送出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防範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時間戳 / 一次性亂數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區塊八：防範 Token 劫持與中間人攻擊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縱深防禦：建立多層次的安全世界觀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安全從來不是單一手段，而是層層防護。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雜湊密碼、Token 認證、HTTPS、資料庫約束……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每一層都擋掉一類攻擊，構成縱深防禦。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縱深防禦，是成熟系統的安全世界觀。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縱深防禦的層次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傳輸層：HTTPS 加密。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認證層：Token 驗身分。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應用層：後端二次驗證。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資料層：預備陳述式與約束。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區塊九：Header 獲取與 Bearer 解析除錯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錯誤一：Call to undefined function getallheaders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拋出：Call to undefined function getallheaders()。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這個函數在部分未配置好的環境下會缺失。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常見於某些 Nginx/FastCGI 的組態。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需要一個不依賴它的替代寫法。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錯誤訊息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[Error]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Fatal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error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Call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undefined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function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getallheaders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環境未提供此函數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區塊九：Header 獲取與 Bearer 解析除錯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替代方案：從 $_SERVER 直接提取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$_SERVER 提取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不依賴 getallheaders 的通用寫法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$authHeader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$_SERVER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'HTTP_AUTHORIZATION'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PHP 會把 Authorization 標頭放進 $_SERVER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鍵名規則：HTTP_ 前綴 + 全大寫 + 底線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str_replace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'Bearer 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$authHeader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替代要點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HTTP_AUTHORIZATION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標頭在此。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通用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不依賴特殊函數。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命名規則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HTTP_ + 大寫。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穩健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各環境皆可用。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區塊九：Header 獲取與 Bearer 解析除錯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錯誤二：Bearer 後漏空格，裁出殘缺 Token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前端在 Bearer 後面漏了一個空格。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 str_replace('Bearer ', ...) 就對不上。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裁出殘缺的 Token，導致一輩子登入失敗。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這個一格空白的 Bug，極其隱蔽又極其致命。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一格空白之差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漏空格（錯）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Bearer abc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str_replace 對不上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Token 殘缺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永遠失敗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有空格（對）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Bearer_abc（_為空格）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正確剝離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純 Token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驗證通過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區塊九：Header 獲取與 Bearer 解析除錯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Postman 單元偵錯：手動設定 Authorization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Postman 的 Headers 區塊手動輸入 Authorization。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精確控制 Bearer 與空格，排除前端變因。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先確認後端攔截器本身正確無誤。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後端穩了，再回頭排查前端的標頭組裝。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Postman 驗證矩陣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021"/>
                <a:gridCol w="2450425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測試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預期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帶正確 Token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200 通過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帶過期 Token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401 拒絕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帶亂 Token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401 拒絕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不帶 Token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401 拒絕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區塊九：Header 獲取與 Bearer 解析除錯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全面掃除：認證攔截器的一切障礙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getallheaders 缺失、Bearer 空格，兩大坑掃除。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攔截器能穩定提取、剝離、比對、放行或拒絕。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受保護路由固若金湯，非法請求一律 401。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認證的地基至此穩固無虞。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認證除錯清單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改用 $_SERVER['HTTP_AUTHORIZATION']。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Bearer 後確實有一個空格。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Token 比對含未過期條件。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驗證失敗一律 401 並 exit。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區塊十：安全認證實驗驗收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硬性指標：未登入空請求被 401 封殺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把認證防禦代碼正式植入專案。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未登入的空請求，必須被 PHP 精確以 401 封殺。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受保護路由在無有效 Token 時，一律拒絕。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這是本週最基本、最硬性的驗收指標。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驗收檢核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登入分發 Token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前端附帶 Token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後端攔截驗證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 Token 回 401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區塊十：安全認證實驗驗收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現場抽測：偽造 Token 轟炸，API 穩如泰山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教師拿隨機偽造的 Token 轟炸學生主機。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確認學生的 API 穩如泰山，堅不吐實。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任何非法憑證，都只換來一個 401。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防禦禁得起攻擊，才算真正過關。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抗攻擊驗收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偽造 Token → 回 401。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過期 Token → 回 401。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空 Token → 回 401。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絕不洩漏內部錯誤細節。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區塊十：安全認證實驗驗收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隨堂小考：Token 與 Session 的本質區別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在白紙上寫出 Token 與 Session 的兩大本質區別。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區別一：狀態存哪裡——伺服器（Session）vs 客戶端（Token）。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區別二：是否依賴 Cookie——Session 依賴、Token 不依賴。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能講清這兩點，就掌握了無狀態認證的核心。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本質區別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狀態存伺服器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依賴 Cookie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有狀態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難水平擴展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狀態存客戶端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不依賴 Cookie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無狀態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易水平擴展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區塊十：安全認證實驗驗收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本週小結：安全維度正式完全閉環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從無狀態架構、Token 生成到攔截器與強制踢出。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再到 JWT 前瞻與 HTTPS 縱深防禦。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行動資料庫專案的安全維度正式閉環。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系統不只能跑，更堅不可摧。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前端帶 Token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自證身分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86530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1666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Bearer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1786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攔截器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驗票放行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54772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9908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驗證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0028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Token 真相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W14: 使用者認證與 Session／Token 機制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區塊十：安全認證實驗驗收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下週預告：最後整合，MariaDB 索引效能優化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P.700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專案進入最後的整合與優化期。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迎面痛擊大數據下的效能瓶頸。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實作 MariaDB 底層的 B-Tree 索引查詢優化。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讓系統在海量資料下依然飛快。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第 15 週重點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全表掃描的危機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B-Tree 索引原理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CREATE INDEX 實作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EXPLAIN 執行計畫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