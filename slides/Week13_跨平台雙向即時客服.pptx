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13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13 週：跨平台雙向即時客服通訊系統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核心命題：三端同步、2 秒必達，逼近即時的極限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601 ~ 650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技術主軸：三端輪詢 · Chat_Rooms · Messages · 自動捲動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區塊一：多端即時通訊系統架構大設計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課程最高峰：跨平台雙向即時客服大會戰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本週是整門課程技術含量的最高峰。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整合前面所有觀念，打造一套即時客服系統。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輪詢、POST、狀態機、資料庫關聯全部匯聚於此。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完成它，就等於掌握了行動資料庫即時化的精髓。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技術的匯流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讀取（W10）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Fetch GET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寫入（W11）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Fetch POST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即時（W12-13）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輪詢整合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區塊一：多端即時通訊系統架構大設計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宏觀部署：三端同時對一個資料庫高並發讀寫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PC 網頁管理後台、PC 網頁顧客前台、手機 App 顧客端。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三端同時對同一個 MariaDB 進行高並發讀寫。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它們彼此不直連，全靠資料庫作為交會點。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這是三層架構「多前端、單資料源」的極致展現。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三端匯聚單一資料庫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PC 管理後台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admin.html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44469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9605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讀寫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725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api.php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統一接口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0651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5787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5907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唯一真相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96833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1969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讀寫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2089" y="4828032"/>
            <a:ext cx="1866061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ChatScreen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區塊一：多端即時通訊系統架構大設計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兩大支柱：隨時發送（POST）+ 每兩秒抓取（輪詢）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支柱一：隨時隨地發送訊息，以 AJAX POST 寫入。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支柱二：每兩秒無刷新瘋狂抓取，以 AJAX GET 輪詢。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一寫一讀，交織成雙向的即時對話。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即時客服的本質，就是這兩根支柱的緊密配合。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即時通訊兩大支柱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發送支柱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AJAX POST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打字送出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寫入 Messages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隨時觸發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接收支柱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AJAX GET 輪詢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 2 秒抓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讀取新訊息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自動更新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區塊一：多端即時通訊系統架構大設計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體驗追求：對方訊息 2 秒內自動彈出泡泡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雙方打字傳送，對方視窗須在 2 秒內自動彈出。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完全免去手動按重新整理的繁瑣。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體感上，這已逼近真正的即時通訊。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以短輪詢逼出這種體驗，正是本週的挑戰。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A 發送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POST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Messages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落盤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B 輪詢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2 秒彈出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區塊二：客服模組的資料表商務邏輯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第九張表 Chat_Rooms：扮演客訴單的主表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Chat_Rooms 是聊天室主表，一列代表一個客服對話。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它就像一張客訴單，記錄這場對話的整體狀態。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一位顧客發起對話，就在此表新增一列。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訊息本身不存這裡，而是存在下一張 Messages 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Chat_Rooms 欄位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意義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room_id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主鍵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customer_id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外部鍵 → Users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status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open / closed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created_at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發起時間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區塊二：客服模組的資料表商務邏輯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欄位剖析：room_id、customer_id、status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room_id 是主鍵，唯一識別每一個客服房間。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customer_id 是外部鍵，指向發起對話的顧客。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status 以 ENUM 表達：開通中（open）、已結案（closed）。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管理員可據此篩出「目前還開著」的活躍房間。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三個核心欄位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room_id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房間唯一識別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customer_id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關聯發起顧客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status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open / closed 枚舉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區塊二：客服模組的資料表商務邏輯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第十張表 Messages：海量對話的落盤點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Messages 是訊息明細表，每一句話就是一列。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對話量龐大，它是整個系統寫入最頻繁的表。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每次有人發訊息，就在此表 INSERT 一列。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15 週的效能優化，主戰場正是這張表。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Messages 欄位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欄位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意義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message_id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主鍵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room_id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外部鍵 → 房間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sender_id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誰說的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content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訊息內容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created_at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發送時間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區塊二：客服模組的資料表商務邏輯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關聯設計：room_id 掛主表，sender_id 識別發話者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room_id 作為外部鍵，把訊息掛到對應的聊天室。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sender_id 用來識別「這句話是誰說的」。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同一個房間的訊息，可能來自顧客也可能來自管理員。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靠 sender_id 就能決定訊息該靠左還是靠右顯示。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Chat_Rooms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房間主表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room_id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Messages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訊息明細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sender_id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Users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發話者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區塊二：客服模組的資料表商務邏輯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排序天機：ORDER BY created_at ASC 才不會時空顛倒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查詢對話時，必須嚴格加上 ORDER BY created_at ASC。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由舊到新排列，對話時間線才正確。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少了它，訊息順序可能錯亂，對話變得莫名其妙。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同一秒多筆時，再輔以主鍵確保穩定順序。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對話排序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區塊三：PHP 後端即時客服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激活雙路由：chat-rooms 與 messages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激活客服路由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api.php 擴充兩個核心資源路由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$resource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'chat-rooms'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handleChatRooms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'messages'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...products, users, orders, reviews...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路由擴充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chat-rooms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房間的建立與查詢。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messages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訊息的收發。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沿用骨架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7 週路由中心。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易擴充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多加 case 即可。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區塊三：PHP 後端即時客服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GET /chat-rooms：管理員讀活躍房間列表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讀活躍房間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供 PC 管理員讀取所有 open 狀態的房間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customer_id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chat_rooms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'open'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'ok'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fetchAll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查詢要點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status=open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只列還開著的房間。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DESC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最新的對話排前面。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fetchAll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回傳房間陣列。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大廳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供管理員選擇進入。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區塊三：PHP 後端即時客服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GET /messages：JOIN Users 抓發話者姓名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讀房間訊息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拉某房間所有訊息，並內連接取發話者姓名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sender_id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sender_name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INNER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sender_id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ASC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$roomId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查詢要點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INNER JOIN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關聯 Users 取姓名。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room_id=?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只取該房間。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ORDER BY ASC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由舊到新。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sender_name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前端顯示發話者。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區塊三：PHP 後端即時客服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POST /messages：檢查非空，以 NOW() 落盤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收訊息寫入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'room_id'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'訊息不可為空'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prepare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sender_id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$stmt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execute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'room_id'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'sender_id'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http_response_code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寫入要點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非空檢查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room_id 與內容必填。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NOW()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以資料庫時間落盤。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? 占位符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四欄位防注入。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201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回新建成功。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區塊三：PHP 後端即時客服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Postman 驗證：毫秒級回傳乾淨對話清單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先以 Postman 獨立測試收發，不依賴前端。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 一則訊息，再 GET 該房間，應立即看到它。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回應須是毫秒級、乾淨的 JSON 對話清單。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後端穩了，才接三端前端，逐一排除變因。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後端獨立驗證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 一則訊息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 201 Created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GET 該房間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訊息出現在清單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區塊四：PC 管理員即時客服大廳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管理員大廳：左房間列表、右對話視窗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admin.html 內建雙欄的即時客服 UI。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左側是活躍房間列表，右側是對話視窗。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點左側房間，右側就載入該房的對話。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這是典型的客服中心操作介面。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客服大廳佈局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左欄：房間列表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所有 open 房間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右欄：對話視窗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選定房間的訊息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底部：輸入框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打字與送出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區塊四：PC 管理員即時客服大廳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開啟即抓：自動觸發客服房間大廳輪詢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大廳輪詢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開啟網頁即載入房間列表，並定時刷新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window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onload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fetchRooms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fetchRooms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每 5 秒更新大廳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fetchRooms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`${API}/chat-rooms`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renderRoomList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onload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開頁即抓房間。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5 秒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大廳更新頻率。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renderRoomList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重繪房間列表。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新房間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顧客一發起就冒出。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區塊四：PC 管理員即時客服大廳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核心技術：selectRoom 的計時器切換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管理員可能在多個房間之間來回切換。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切換房間時，必須先關掉舊房間的訊息輪詢。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否則會累積多個輪詢，同時抓不同房間。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「先殺舊、再啟新」，是切換的鐵律。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房間切換邏輯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點擊房間 #1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clearInterval 殺舊輪詢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啟動 #1 的訊息輪詢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 2 秒抓 #1 訊息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區塊四：PC 管理員即時客服大廳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切換實作：先 clearInterval，再啟新輪詢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selectRoom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let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msgTimer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selectRoom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msgTimer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★ 先殺掉上一個房間的輪詢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立即載入一次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msgTimer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再啟動此房間的輪詢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切換要點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先 clear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殺掉舊房間輪詢。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立即抓一次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不必等 2 秒。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存 timer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供下次切換清除。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單一輪詢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永遠只有一個在跑。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區塊四：PC 管理員即時客服大廳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管理員回覆：POST 送出後主動更新對話框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管理員送出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sendReply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`${API}/messages`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adminId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送出後立即刷新，不等輪詢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送出要點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POST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寫入一則管理員訊息。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sender_id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標記為管理員。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立即刷新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自己發的馬上看到。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體驗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不必等下一輪輪詢。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區塊五：PC 顧客前台客服視窗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顧客前台：平時隱藏，點擊才發起對話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PC 顧客商城的客服視窗平時是隱藏的。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顧客點擊「發起線上對話」按鈕後才動態出現。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避免佔用畫面，需要時才浮現。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這是常見的客服浮窗互動設計。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顧客發起對話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客服窗平時隱藏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點擊發起對話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建立房間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解鎖聊天區塊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區塊五：PC 顧客前台客服視窗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建立房間：POST /chat-rooms 開新對話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建立聊天室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startChat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`${API}/chat-rooms`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customer_id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currentRoom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收下新房間編號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unlockChat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建立要點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POST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新建一個房間。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customer_id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標記發起顧客。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room_id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後端回傳的新編號。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unlockChat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解鎖聊天介面。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區塊五：PC 顧客前台客服視窗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解鎖並輪詢：收到 room_id 即啟動每 2 秒抓取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收到後端回傳的 room_id 後，前台解鎖聊天區塊。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同步啟動顧客端每 2 秒的訊息輪詢。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從此顧客與管理員就能雙向對話。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房間建立的那一刻，即時對話正式開始。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顧客端輪詢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fetchMessages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currentRoom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顧客端訊息輪詢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區塊五：PC 顧客前台客服視窗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顧客端收發：完整的打字送出與渲染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顧客端收發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fetchMessages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`${API}/messages?room_id=${roomId}`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renderMessages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`${API}/messages`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method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'application/json'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body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stringify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currentRoom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sender_id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fetchMessages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currentRoom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收發對稱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fetch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輪詢抓最新對話。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send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 送出訊息。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送後刷新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自己的話立即出現。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對稱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與管理員端同構。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區塊五：PC 顧客前台客服視窗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氣泡樣式：自己靠右綠色、對方靠左白色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sender_id 判斷訊息屬於自己還是對方。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自己發的靠右、綠色；對方回的靠左、白色。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這種左右對齊，是所有聊天 App 的視覺慣例。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顏色與位置，讓對話一眼就分得清誰說了什麼。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氣泡左右對齊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自己的訊息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靠右對齊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綠色氣泡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sender = 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主動發出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對方的訊息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靠左對齊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白色氣泡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sender ≠ 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接收而來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區塊六：手機端客服視窗與計時器整合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戰火燒到手機：獨立的 ChatScreen 組件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React Native 建立獨立的 ChatScreen 組件。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它承載手機端的完整客服對話功能。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與網頁端邏輯相同，只是換成 RN 的寫法。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三端之中，手機端的計時器管理最需謹慎。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ChatScreen 組成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狀態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messages /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輪詢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useEffect + setInterval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渲染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FlatList 氣泡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區塊六：手機端客服視窗與計時器整合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配置狀態：對話陣列與輸入狀態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ChatScreen 狀態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ChatScreen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setInput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useState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`${API}/messages?room_id=${roomId}`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...輪詢與送出...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狀態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messages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對話陣列。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input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輸入框內容。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fetchMessages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抓最新對話。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setMessages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更新即重繪。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區塊六：手機端客服視窗與計時器整合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極致核心：useEffect 每 2 秒非同步輪詢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手機端輪詢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useEffect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進頁先抓一次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polling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★ 卸載時清除，防止背景空轉耗電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clearInterval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polling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roomId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換房間時重新設定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核心要點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先抓一次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不必等 2 秒。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setInterval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 2 秒輪詢。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return clear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卸載即清除。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[roomId]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換房間重設。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區塊六：手機端客服視窗與計時器整合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逐行詳解：結尾清除防止背景瘋狂空轉耗電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useEffect 結尾的 clearInterval 是手機端的救命符。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使用者切走頁面時，計時器立即停止。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否則背景瘋狂輪詢，手機發燙、耗電、卡頓。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手機資源比網頁更珍貴，這個清除絕不能省。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清除的價值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進 ChatScreen 啟輪詢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切走頁面 → 組件卸載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 clearInterval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背景不再空轉耗電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區塊六：手機端客服視窗與計時器整合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FlatList 渲染：WhatsApp 風格的氣泡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氣泡渲染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&lt;FlatList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keyExtractor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toString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renderItem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sender_id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myId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myBubble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靠右綠色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styles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otherBubble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靠左白色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Text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View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渲染要點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FlatList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高效渲染對話。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sender_id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判斷左右。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myBubble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自己靠右綠。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otherBubble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對方靠左白。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區塊七：聊天視窗自動捲動到底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痛點：新訊息在下方冒出，卻要手動下滑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當對話超過螢幕高度，新訊息在下方默默冒出。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使用者必須手動往下滑，才看得到最新一句。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這是極其差勁的體驗，違反聊天直覺。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解法：每次有新訊息，就自動捲到底部。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新訊息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在下方冒出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痛點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需手動滑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差體驗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區塊七：聊天視窗自動捲動到底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網頁解法：scrollTop = scrollHeight 強制到底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網頁自動捲動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renderMessages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document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getElementById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'chatBox'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innerHTML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map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bubble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渲染完畢後，強制捲動到底部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scrollTop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scrollHeight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scrollHeight 是內容總高，令捲軸拉到最底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scrollHeight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內容總高度。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scrollTop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設為總高即到底。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時機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每次渲染後執行。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效果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永遠看得到最新。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區塊七：聊天視窗自動捲動到底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手機解法：引入 FlatList 的 ref 參照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React Native 以 ref 取得 FlatList 的實例參照。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透過這個參照，就能程式化地控制它捲動。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ref 是操作組件實例的標準手段。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有了它，就能命令列表捲到最底。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ref 參照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listRef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useRef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&lt;FlatList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listRef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之後可 listRef.current.xxx()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區塊七：聊天視窗自動捲動到底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程式碼：scrollToEnd({ animated: true })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scrollToEnd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listRef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useRef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有新訊息時，帶動畫捲到最底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scrollToBottom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listRef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scrollToEnd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animated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&lt;FlatList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listRef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onContentSizeChange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scrollToBottom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scrollToEnd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捲到列表最底。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animated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帶平滑動畫。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?.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ref 尚未就緒時安全。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7FA8"/>
                </a:solidFill>
                <a:latin typeface="Consolas"/>
                <a:ea typeface="Consolas"/>
                <a:cs typeface="Consolas"/>
              </a:rPr>
              <a:t>觸發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內容變化時呼叫。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區塊七：聊天視窗自動捲動到底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onContentSizeChange：抓到新訊息即流暢捲動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onContentSizeChange 在列表內容高度改變時觸發。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每當輪詢抓到新訊息，內容變高就自動捲到底。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配合動畫，捲動流暢自然。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使用者永遠停在最新一句話上，體驗如絲般順滑。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自動捲動連動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輪詢抓到新訊息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列表內容變高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onContentSizeChange 觸發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scrollToEnd 平滑捲底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區塊八：多端並發寫入的資料鎖定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深度探討：兩端同一微秒按下發送會如何？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管理員與顧客在同一微秒，同時按下發送。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兩個 INSERT 幾乎同時抵達 MariaDB。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資料庫如何確保兩筆都正確寫入、不相撞？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答案藏在 InnoDB 的列級鎖定機制裡。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管理員 INSERT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同時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並發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顧客 INSERT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同時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並發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如何協調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區塊八：多端並發寫入的資料鎖定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InnoDB 列級鎖定：Row-Level Locking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InnoDB 採列級鎖定，鎖的是「一列」而非整張表。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兩端寫入的是不同列，多半互不干擾。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只有動到同一列時，才需要排隊等待。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細緻的鎖定，讓高並發下的效能得以維持。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鎖定粒度對比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表級鎖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鎖整張表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一寫全等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並發差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MyISAM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列級鎖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只鎖該列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他列不受影響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並發佳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InnoDB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區塊八：多端並發寫入的資料鎖定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排他鎖：INSERT 時索引列被暫時上鎖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一端執行 INSERT 時，相關索引列被加上排他鎖。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另一端若要動到同處，會被排隊隔離數毫秒。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如此確保主鍵不碰撞、資料不錯亂。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等前者完成，後者才依序進行。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排他鎖運作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 執行 INSERT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索引列上排他鎖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 排隊等待數毫秒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 完成，B 接續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區塊八：多端並發寫入的資料鎖定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連線池危機：適度放寬輪詢至 3 秒釋放壓力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三端同時輪詢，連線池的壓力比單端更大。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為了留出餘裕，可把輪詢間隔放寬到 3 秒。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犧牲一點反應速度，換取系統的穩定。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並發越高，這種壓力管理就越重要。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輪詢壓力管理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/>
                <a:gridCol w="245042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情境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建議間隔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單端輪詢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 秒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三端並發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 秒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大量用戶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退避調整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原則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留連線餘裕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區塊八：多端並發寫入的資料鎖定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隔離層級：並發讀寫在 MariaDB 內的運作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交易隔離層級決定並發時彼此能看到多少。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InnoDB 預設為可重複讀（Repeatable Read）。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它在一致性與並發效能之間取得良好平衡。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理解隔離層級，才懂並發下資料為何如此表現。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隔離層級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56"/>
                <a:gridCol w="231429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隔離層級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特性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Read Uncommitted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可讀未提交（髒讀）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Read Committed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只讀已提交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Repeatable Read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InnoDB 預設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Serializable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最嚴格、最慢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區塊九：計時器疊加閃爍故障排除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慘烈錯誤：畫面瘋狂閃爍，CPU 飆到 100%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測試時聊天畫面開始瘋狂閃爍，打字慢如牛步。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後端伺服器 CPU 瞬間飆到 100%。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這是計時器失控疊加的典型災難現場。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根因幾乎都出在 useEffect 的相依性配置。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災難現場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畫面瘋狂閃爍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打字慢如牛步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 CPU 100%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計時器失控疊加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區塊九：計時器疊加閃爍故障排除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開膛剖析：setInterval 放進沒有 [] 的 useEffect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 setInterval 放進「沒有空陣列相依」的 useEffect。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於是每次 State 改變，就衍生出一個全新的計時器。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短短幾分鐘，App 內同時疊加數百個輪詢引擎。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數百個引擎同步轟炸，畫面與後端一起崩潰。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State 變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重跑 useEffect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缺 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又生計時器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疊加數百個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區塊九：計時器疊加閃爍故障排除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除錯密技：Fetch 開頭 log，目睹主控台失控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失控偵測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fetchMessages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async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'AJAX 發射中...'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← 加這行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fetch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...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若主控台每秒噴出幾百行，即證明計時器已失控疊加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判讀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log 發射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每輪印一行。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正常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 2 秒一行。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失控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每秒數百行。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鐵證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計時器疊加。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區塊九：計時器疊加閃爍故障排除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修正規範：計時器嚴格鎖在帶 [] 的 Hook 中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計時器的宣告與清除，必須鎖在帶 [] 的 useEffect 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空相依陣列確保它只在掛載時設定一次。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配合 return 清除，徹底撲滅隱形計時器。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這條規範，是即時系統穩定的最後保險。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61488"/>
            <a:ext cx="4967935" cy="3383279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6148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89864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89864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89864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843784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正確結構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82549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8620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[React Native]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273552"/>
            <a:ext cx="310896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273552"/>
            <a:ext cx="416326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useEffect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const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setInterval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clearInterval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★ 空陣列是關鍵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區塊九：計時器疊加閃爍故障排除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三端聯動：最終程式碼完整性檢核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逐一檢查三端的計時器設定與清除是否成對。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確認房間切換時，舊輪詢確實被殺掉。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確認收發、排序、氣泡樣式全數正確。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掃除所有 Bug 暗礁，三端才能穩定大三通。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ECFDFF"/>
          </a:solidFill>
          <a:ln w="15875">
            <a:solidFill>
              <a:srgbClr val="1E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三端檢核清單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計時器都在 [] 的 useEffect 中。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切換房間先 clearInterval。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訊息以 created_at ASC 排序。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自動捲動與氣泡對齊正常。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區塊十：本週大三通成果驗收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關鍵里程碑：現場大三通驗收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這是期末專案最關鍵的里程碑驗收。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三端即時通訊必須當場跑通給教師看。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任何一端不通，即代表整合尚未完成。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大三通過關，代表核心技術全面到位。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大三通資料流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PC 管理後台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打字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訊息落盤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輪詢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 + PC 前台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2 秒彈出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區塊十：本週大三通成果驗收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驗收流程：管理後台打字，兩端 2 秒內跳出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學生在 PC 管理後台打字送出。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 App 顧客端與 PC 商城前台須在 2 秒內跳出。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全程不手動重整，文字自動浮現。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這是即時性最直接、最震撼的證明。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正向驗收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管理後台送出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 2 秒內跳出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PC 前台 2 秒內跳出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全程免重整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區塊十：本週大三通成果驗收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反向測試：手機送出，管理員大廳自動冒泡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反過來測：學生操作手機 App 傳送訊息。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教師的 PC 管理員大廳也必須自動冒出對話泡泡。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雙向都通，才算真正的雙向即時客服。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來回各測一次，確認通訊是完整閉環。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反向驗收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送出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86530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1666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1786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落盤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54772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9908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輪詢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60028" y="4828032"/>
            <a:ext cx="2808122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管理員大廳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自動冒泡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區塊十：本週大三通成果驗收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當場給分：通過大三通者核心技術分滿分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成功通過大三通演練的組別，核心技術分給滿分。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這是對整合能力最高的肯定。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它證明前後端與資料庫的即時協作完全打通。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本週小結：靜態系統已進化為即時互動系統。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三端前端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即時收發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大三通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高並發處理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穩定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列級鎖定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W13: AJAX 即時通訊（二）：跨平台即時客服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區塊十：本週大三通成果驗收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下週預告：轉入安全核心，Token 會員認證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P.650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即時通訊大功告成，下週轉向行動安全。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實作無狀態 API 與 Token 會員認證攔截。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為敏感的購物車與結帳路由，架起門神。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讓系統不只能跑，更要固若金湯。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第 14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無狀態架構與 Token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登入分發 Token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後端攔截器驗證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逾期強制踢出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