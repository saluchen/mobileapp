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03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3 週：MariaDB 資料庫基礎與 Table 實體設計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核心命題：好的資料表設計，是系統穩定的地基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101 ~ 150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技術主軸：DDL · 主鍵設計 · 型態選擇 · 約束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區塊一：SQL 與關聯式資料庫核心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從純文字檔走到 RDBMS：為了同時要正確、要快、又要多人共用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純文字檔：讀寫最簡單，但沒有結構，也無法防止資料錯亂。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CSV：有了欄位概念，卻無型別檢查，多人同時寫入即毀損。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RDBMS：以結構、型別、約束與交易，一次解決正確性與並發問題。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代價是必須先想清楚結構——這正是本週要練的功夫。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資料儲存的演進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純文字檔：無結構、無型別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CSV：有欄位、仍無約束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檔案型資料庫：單機、單人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RDBMS：結構化、並發、交易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區塊一：SQL 與關聯式資料庫核心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四大核心概念：Table、Row、Column 與 Primary 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資料表（Table）：同一類事物的集合，例如所有商品。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資料列（Row）：表中的一筆紀錄，例如某一件商品。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資料欄（Column）：紀錄的屬性，具備固定的資料型態。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主鍵（Primary Key）：能唯一識別某一列的欄位，缺它就無法精準定位。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products 資料表示意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77"/>
                <a:gridCol w="1849831"/>
                <a:gridCol w="1453438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id (PK)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name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price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無線耳機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1290.00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藍牙鍵盤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890.00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行動電源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650.00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區塊一：SQL 與關聯式資料庫核心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SQL 的三種身分：定義結構、操作資料、控制權限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DDL 定義結構：CREATE、ALTER、DROP，動的是資料表本身。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DML 操作資料：SELECT、INSERT、UPDATE、DELETE，動的是資料列。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DCL 控制權限：GRANT、REVOKE，決定誰能做哪些事。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本週聚焦 DDL 與基礎 DML，DCL 於第 7 區塊建立 API 帳號時實作。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SQL 語言分類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21"/>
                <a:gridCol w="1871852"/>
                <a:gridCol w="162227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代表語法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作用對象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DDL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CREATE / ALTER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資料表結構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DML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SELECT / INSERT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資料列內容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DCL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GRANT / REVOKE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使用者權限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TCL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COMMIT / ROLLBACK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交易邊界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區塊一：SQL 與關聯式資料庫核心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InnoDB 是預設引擎：交易、外部鍵與列級鎖定都靠它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預設使用 InnoDB／XtraDB，支援完整的 ACID 交易。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列級鎖定（Row Lock）讓多人同時操作不同資料列互不阻塞。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外部鍵約束僅在 InnoDB 有效，MyISAM 會直接忽略。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驗證方式：SHOW TABLE STATUS 即可看到每張表使用的引擎。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安裝驗證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確認版本與預設引擎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VERSION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ENGINES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shop_db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區塊二：主鍵的設計美學與原則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主鍵三大金律：唯一、不可為空、永不變動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唯一性：整張表中不得有兩列擁有相同的主鍵值。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不可為空：NULL 代表「未知」，未知的東西無法用來識別身分。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穩定性：主鍵一旦被其他表參照，就再也不該被修改。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三者只要違反其一，資料的參照關係就會開始崩解。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主鍵的三大金律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唯一性 UNIQUE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不可重複，否則無法識別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不可為空 NOT NULL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NULL 無法比較也無法識別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穩定性 STABLE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被參照後絕不修改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區塊二：主鍵的設計美學與原則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自然主鍵的陷阱：當使用者想換 Email，災難就開始了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Email 當主鍵，使用者改信箱就等於改變了自己的身分識別。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所有參照該 Email 的訂單、評價、訊息都必須同步更新。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身分證字號雖穩定，卻是個資，不該散落在每一張關聯表中。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結論：具有商務意義的欄位，都不適合擔任主鍵。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自然主鍵的連鎖災難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users 以 email 為主鍵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orders 以 email 參照使用者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使用者要求變更 Email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所有關聯表被迫連鎖更新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區塊二：主鍵的設計美學與原則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代理主鍵的價值：一個沒有意義的整數，反而最可靠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代理主鍵標準寫法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代理主鍵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自然鍵改用 UNIQUE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使用者換 Email 時，id 完全不受影響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'new@mail.com'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設計要點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AUTO_INCREMENT 由資料庫負責產生，永不重複。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Email 仍以 UNIQUE 保證不重複，但不當主鍵。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 Email 只動一列，關聯表完全不需變動。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效益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整數比較與索引都比字串更快更省空間。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區塊二：主鍵的設計美學與原則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分散式場景的取捨：自增整數 vs. UUID / Snowflake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自增整數簡潔且索引效率高，但需由單一資料庫集中發號。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UUID 可在任何節點獨立產生，代價是佔空間且索引隨機分散。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Snowflake ID 兼顧唯一性與時間有序，是大型系統的折衷解。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本課程為單一 MariaDB 架構，一律採用 AUTO_INCREMENT。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主鍵方案對比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844"/>
                <a:gridCol w="1457009"/>
                <a:gridCol w="133559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方案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優點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缺點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AUTO_INCREMENT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小、快、有序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需集中發號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UUID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各節點可獨立產生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 位元組、無序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Snowflake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有序且分散式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需額外服務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區塊二：主鍵的設計美學與原則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聚簇索引的真相：主鍵順序就是資料在磁碟上的實體順序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InnoDB 以主鍵為聚簇索引，資料列實體上依主鍵順序排列。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自增主鍵永遠往尾端追加，寫入時幾乎不需搬移既有資料。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隨機主鍵（如 UUID）會插入到中間，造成頁面分裂與碎片。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這就是為什麼「有序的主鍵」在寫入密集場景特別重要。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767328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id 1~3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已滿的資料頁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36168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405079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順序寫入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767328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id 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追加至尾端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區塊三：核心資料型態精準選擇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數值型態要挑剛好夠用的：TINYINT 存狀態，INT 存主鍵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型態選太大，每一列都多佔空間，索引與緩衝區跟著變胖。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型態選太小，數值超出上限時寫入直接失敗。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狀態枚舉（0/1/2）用 TINYINT 就夠，不必動用 INT。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主鍵用 INT 可容納約 21 億筆，教學專案綽綽有餘。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整數型態對照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911"/>
                <a:gridCol w="1411911"/>
                <a:gridCol w="166862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型態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佔用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適用欄位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TINYINT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 位元組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狀態、旗標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SMALLINT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 位元組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分類 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 位元組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主鍵、庫存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BIGINT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 位元組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巨量流水號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區塊三：核心資料型態精準選擇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VARCHAR 與 CHAR 的取捨：長度會不會變，決定選哪一個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VARCHAR 依實際長度佔空間，額外需 1~2 位元組記錄長度。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CHAR 固定長度，不足處以空白補齊，長度一致時最有效率。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姓名、Email、商品名長度不一，一律用 VARCHAR。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手機號碼、雜湊值這類長度固定的欄位，用 CHAR 更省也更快。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字串型態抉擇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VARCHAR(n)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依實際長度佔空間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需額外長度位元組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適合長度不一的欄位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商品名、描述、Email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CHAR(n)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固定佔 n 個字元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不足以空白補齊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查詢略快、無碎片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手機號碼、MD5 雜湊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區塊三：核心資料型態精準選擇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財務地雷：用 FLOAT 存價格，帳目遲早對不起來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精確度實驗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浮點數精確度丟失實驗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money_test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DECIMAL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money_test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money_test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SUM(a) = 0.30000001192092896   &lt;- FLOAT 誤差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SUM(b) = 0.30                  &lt;- DECIMAL 精準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為什麼會這樣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172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原因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FLOAT 以二進位近似表示十進位小數。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2939796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2939796"/>
            <a:ext cx="45720" cy="6172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049524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後果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累加後誤差擴大，對帳金額出現分角差異。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685032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685032"/>
            <a:ext cx="45720" cy="6172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794760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結論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凡是錢，一律使用 DECIMAL。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430268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430268"/>
            <a:ext cx="45720" cy="6172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539996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例外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科學計算等可容忍誤差的場景才用浮點數。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⚡ 效能警告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誤差在小量測試看不出來，上線累積後才爆發。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區塊三：核心資料型態精準選擇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DECIMAL(10,2) 的意義：總共 10 位數，其中 2 位是小數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DECIMAL 用法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M = 總位數（precision），D = 小數位數（scale）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DECIMAL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最大 99999999.99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整數部分可用 M - D = 8 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1290.00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OK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1290.456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四捨五入為 1290.46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台幣金額建議寫法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amount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DECIMAL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總位數，包含小數位在內。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小數位數，台幣通常取 2。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超出 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自動四捨五入，不會報錯，需留意。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超出 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嚴格模式下直接拒絕寫入。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區塊三：核心資料型態精準選擇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DATETIME 或 TIMESTAMP：關鍵差別在會不會自動換算時區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DATETIME 儲存「字面上的時間」，不隨時區設定改變。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TIMESTAMP 以 UTC 儲存，讀取時自動換算為連線時區。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 App 使用者可能身處不同時區，建議統一以 UTC 儲存。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TIMESTAMP 上限為 2038 年，長期資料仍應使用 DATETIME。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時間型態對照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200"/>
                <a:gridCol w="1668623"/>
                <a:gridCol w="166862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面向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DATETIME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TIMESTAMP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範圍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1000~9999 年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1970~2038 年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時區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不轉換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自動轉換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佔用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 位元組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 位元組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適用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生日、預約日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建立與更新時間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區塊四：實戰：Users 資料表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第一張正式資料表：users 的完整 DDL 一次看懂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ddl/users.sql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255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CURRENT_TIMESTAMP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COLLATE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utf8mb4_unicode_ci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欄位設計理由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password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存雜湊值而非明文，255 是預留空間。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phone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長度固定，改用 CHAR(10)。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role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ENUM 從底層限制合法值。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utf8mb4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支援 Emoji，客服訊息必備。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區塊四：實戰：Users 資料表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AUTO_INCREMENT 與 PRIMARY KEY：讓資料庫替你發號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AUTO_INCREMENT 讓資料庫自動指派遞增編號，天然避免重複。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INSERT 時不必也不應該指定 id，交給資料庫決定即可。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刪除資料不會回收號碼，編號出現空隙是完全正常的現象。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端可用 lastInsertId() 取回剛剛產生的編號。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取得新編號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'a@mail.com'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'HASH'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'王小明'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id 由資料庫自動指派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LAST_INSERT_ID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區塊四：實戰：Users 資料表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UNIQUE 約束：從資料庫底層根絕重複註冊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只靠程式先查再寫，在並發情境下仍可能兩筆同時通過檢查。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UNIQUE 由資料庫保證，任何路徑的重複寫入都會被拒絕。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違反時 MariaDB 回傳錯誤碼 1062，後端須捕捉並轉為友善訊息。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這是「約束優於程式檢查」最典型的實例。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並發下的最後防線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兩個註冊請求同時抵達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程式各自查詢皆顯示可用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兩筆 INSERT 同時送出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UNIQUE 擋下後到的那一筆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區塊四：實戰：Users 資料表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ENUM 限制角色：非法權限值連寫入的機會都沒有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role 只允許 customer 與 admin，其他值一律寫入失敗。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即使 API 存在漏洞，攻擊者也無法把自己升級成未定義的角色。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ENUM 內部以整數儲存，比 VARCHAR 更省空間。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缺點：新增角色需 ALTER TABLE，選項頻繁變動時改用關聯表。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ENUM 約束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ENUM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寫入非法值會被直接拒絕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'root'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區塊四：實戰：Users 資料表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DEFAULT CURRENT_TIMESTAMP：註冊時間交給資料庫自動蓋章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由資料庫寫入時間，可避免各應用伺服器時鐘不一致的問題。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程式不必也不應該在 INSERT 中處理建立時間。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更新時間可用 ON UPDATE CURRENT_TIMESTAMP 自動維護。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時間欄位是日後查帳、排序與稽核的基礎，務必從第一天就備妥。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時間自動化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CURRENT_TIMESTAMP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updated_at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CURRENT_TIMESTAMP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CURRENT_TIMESTAMP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區塊五：實戰：Categories 與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商品與分類的依存關係：一個分類擁有多件商品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一對多關係：一個分類下有多件商品，一件商品屬於一個分類。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分類名稱只儲存一次，商品僅保存分類的編號。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若把分類名稱直接寫在商品表，改名時就得更新上萬筆資料。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外部鍵的正式約束將於第 4 週建立，本週先完成欄位規劃。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categories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分類主檔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 : 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商品明細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區塊五：實戰：Categories 與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Categories 資料表：結構極簡，卻是整個商品體系的骨架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ddl/categories.sql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sort_order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SMALLINT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CURRENT_TIMESTAMP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sort_order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'3C 周邊'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'居家生活'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'美妝保養'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設計理由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name UNIQUE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同名分類毫無意義，直接禁止。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sort_order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供前端自訂顯示順序，不靠 id 排序。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SMALLINT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排序值不會太大，不需動用 INT。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初始資料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建表後立即植入，方便後續測試。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區塊五：實戰：Categories 與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Products 資料表：本課程最核心的一張表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ddl/products.sql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DECIMAL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description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image_url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255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'/img/no-image.png'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CURRENT_TIMESTAMP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idx_category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欄位對照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category_id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對應第 2 週表單的分類欄位。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price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DECIMAL(10,2)，絕不使用 FLOAT。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stock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預設 0，代表尚未進貨。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INDEX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依分類查商品是最高頻查詢，先建索引。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區塊五：實戰：Categories 與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長文字用 TEXT：VARCHAR 撐不住整頁的商品描述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VARCHAR 受單列長度上限限制，不適合存放長篇排版文字。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TEXT 最多可存約 65535 位元組，商品描述綽綽有餘。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TEXT 資料另存於獨立區域，SELECT * 會連帶拖慢查詢。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列表頁只查需要的欄位，詳細描述留到商品詳情頁再取。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文字型態容量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7062"/>
                <a:gridCol w="1372692"/>
                <a:gridCol w="137269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型態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容量上限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適用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VARCHAR(255)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255 字元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標題、網址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TEXT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約 64 KB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商品描述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MEDIUMTEXT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約 16 MB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文章內容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LONGTEXT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約 4 GB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極少使用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區塊五：實戰：Categories 與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圖片不進資料庫：存路徑，把檔案交給檔案系統或 CDN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BLOB 會讓資料庫體積暴增，備份與還原時間跟著失控。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每次查詢都可能夾帶數 MB 二進位資料，緩衝區被迅速吃光。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圖片交由 Apache 或 CDN 直接提供，可善用瀏覽器快取。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業界標準做法：資料庫只存 image_url，實體檔案放在檔案系統。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圖片儲存策略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存 BLOB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資料庫急速膨脹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備份還原極慢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無法使用 CDN 快取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查詢負擔沉重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存 URL 路徑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資料庫維持輕量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可交由 CDN 分發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瀏覽器可快取圖片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業界標準做法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區塊六：資料表約束的防禦力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約束是最後一道防線：程式會有漏洞，約束不會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前端驗證可被繞過，後端程式可能有漏洞，約束則寫死在資料本身。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無論資料從 API、phpMyAdmin 或指令列進來，約束一律生效。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約束讓「錯誤資料根本無法存在」，而不是事後才去清理。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三層防禦：前端體驗、後端邏輯、資料庫約束，缺一不可。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三層防禦體系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第一層：前端驗證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即時回饋，可被繞過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第二層：後端驗證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所有請求必經之路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第三層：資料庫約束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任何路徑都無法繞過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區塊六：資料表約束的防禦力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NOT NULL：別讓 NULL 在程式裡引爆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NULL 代表「未知」，任何與它的比較運算結果都不是 true。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程式讀到 NULL 卻當成字串處理，往往直接拋出錯誤。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凡是業務上必填的欄位，一律加上 NOT NULL。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允許為空時要想清楚：這個「沒有值」在商務上代表什麼意思？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NULL 的比較陷阱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NULL 的比較永遠不成立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查無資料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正確寫法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區塊六：資料表約束的防禦力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DEFAULT：讓資料在誕生的那一刻就處於合理狀態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新商品預設庫存 0，語意清楚且不會出現 NULL。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圖片預設佔位圖網址，前端永遠有東西可顯示。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預設值由資料庫負責，任何寫入來源都能享有一致的行為。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配合 NOT NULL 使用，才能真正杜絕空值進入資料表。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預設值設計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174"/>
                <a:gridCol w="1821262"/>
                <a:gridCol w="145700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預設值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理由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stock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尚未進貨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image_url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佔位圖路徑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前端不會破圖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role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'customer'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最小權限原則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created_at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CURRENT_TIMESTAMP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自動記錄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區塊六：資料表約束的防禦力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CHECK 約束：把商務規則直接寫進資料表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ddl/reviews.sql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reviews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TINYINT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CONSTRAINT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chk_rating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CHECK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BETWEEN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寫入 6 分會被直接拒絕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reviews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CONSTRAINT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為約束命名，錯誤訊息才看得懂。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BETWEEN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含頭含尾，等同 &gt;= 1 AND &lt;= 5。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版本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10.2 以後才真正生效。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價值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商務規則不再只靠程式碼把關。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區塊六：資料表約束的防禦力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約束被違反時：讀懂錯誤碼，轉成使用者看得懂的話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以錯誤碼精確指出違反了哪一類約束。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後端必須捕捉例外，並轉譯為友善訊息，而非直接回傳原始錯誤。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把原始 SQL 錯誤丟給前端，等同洩漏資料表結構給攻擊者。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5 週會在 PHP 端以 try/catch 實作完整的錯誤轉譯。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錯誤碼對照表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757"/>
                <a:gridCol w="1578427"/>
                <a:gridCol w="182126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錯誤碼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friendly 訊息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1062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UNIQUE 重複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此 Email 已被註冊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1048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NOT NULL 為空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必填欄位未填寫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1452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外部鍵不存在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所選分類不存在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4025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CHECK 未通過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評分需介於 1~5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區塊七：phpMyAdmin 可視化操練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建立 shop_db：本課程所有資料的家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瀏覽器開啟 localhost/phpmyadmin，以 root 登入管理介面。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點選「新增」建立資料庫，名稱統一為 shop_db。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資料庫名稱建議全小寫，避免跨平台大小寫敏感的差異。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建立後即可在左側樹狀清單看到這個空的資料庫。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建庫四步驟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開啟 localhost/phpmyadmin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點選「新增」建立資料庫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命名為 shop_db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選定編碼後按下建立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區塊七：phpMyAdmin 可視化操練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編碼一定要選 utf8mb4：否則客服訊息的表情符號會整筆寫入失敗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舊的 utf8 在 MySQL 中其實最多只存 3 位元組，容不下 Emoji。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utf8mb4 為完整的 4 位元組 UTF-8，可正確保存所有 Unicode 字元。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即時客服若不支援 Emoji，使用者一送出訊息就會直接失敗。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排序規則採 utf8mb4_unicode_ci，中文比對與排序較為正確。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建庫語法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DATABASE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shop_db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CHARACTER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COLLATE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utf8mb4_unicode_ci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區塊七：phpMyAdmin 可視化操練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在 SQL 頁籤貼上 DDL：一次生出三張核心資料表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選定 shop_db 後切到「SQL」頁籤，貼上完整的 CREATE TABLE 語法。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建立順序有講究：先 categories，再 products，最後才是關聯表。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執行成功後，左側樹狀清單會立即出現新建的資料表。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 DDL 存成 .sql 檔納入版控，是可重現環境的關鍵。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執行 DDL 的順序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選定 shop_db 資料庫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切換至 SQL 頁籤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依序貼上三份 DDL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執行並檢查結構樹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區塊七：phpMyAdmin 可視化操練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用「結構」頁籤微調欄位：圖形化介面背後仍是 ALTER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結構頁籤可檢視每個欄位的型態、是否可為空與預設值。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點選「修改」即可調整長度或約束，本質上是產生 ALTER TABLE。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phpMyAdmin 會顯示它實際執行的 SQL，請養成閱讀的習慣。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正式環境的結構變更應以 .sql 檔管理，而非手動點按。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圖形操作對照 SQL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介面操作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實際執行的 SQL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新增欄位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ALTER TABLE ... ADD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修改型態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ALTER TABLE ... MODIFY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刪除欄位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ALTER TABLE ... DROP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建立索引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CREATE INDEX ...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區塊七：phpMyAdmin 可視化操練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 API 建立低權限帳號：root 絕不出現在程式碼裡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dcl/create_api_user.sql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建立專供行動 API 使用的帳號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'shop_api'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'localhost'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IDENTIFIED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'StrongPassword!2026'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只給必要的四種權限，且僅限 shop_db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GRANT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DELETE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shop_db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'shop_api'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'localhost'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FLUSH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PRIVILEGES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注意：未授予 DROP 與 ALTER，API 無法破壞結構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最小權限原則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@'localhost'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限制只能從本機連線。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GRANT 範圍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僅 shop_db，碰不到其他資料庫。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未給 DROP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即使 API 被入侵也無法刪表。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root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只用於管理，絕不寫進任何程式碼。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區塊八：基礎 SQL 寫入與讀取演練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INSERT 測試帳號：先有資料，才有得查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dml/seed_users.sql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管理員與顧客各一筆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'admin@shop.com'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'HASHED_PWD'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'系統管理員'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'user@shop.com'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'HASHED_PWD'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'王小明'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一次寫入多列，比逐筆 INSERT 快得多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重點提醒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多列寫入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以逗號分隔，一次交易完成。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未指定 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交由 AUTO_INCREMENT 自動產生。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password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此處為示意，實際須存雜湊值。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created_at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未指定則自動帶入當下時間。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區塊八：基礎 SQL 寫入與讀取演練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植入初始商品：讓分類與商品一次到位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dml/seed_products.sql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sort_order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'3C 周邊'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'居家生活'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description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'無線藍牙耳機'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1290.00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'降噪 · 續航 24 小時'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'機械式鍵盤'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2480.00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'青軸 · RGB 背光'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'香氛擴香儀'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890.00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'靜音 · 自動斷電'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順序與關聯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先分類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products 需引用既有的 category_id。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category_id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此處的 1、2 即分類自動產生的編號。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stock 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刻意留一筆缺貨資料供後續測試。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價格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DECIMAL 寫入，保留兩位小數。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區塊八：基礎 SQL 寫入與讀取演練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SELECT 全表：先看見資料，再談優化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dml/select_basic.sql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讀取全部欄位（僅適合開發期快速檢視）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正式 API 應只取需要的欄位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計算總筆數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為何少用 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傳輸量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TEXT 欄位會一併被撈出並送過網路。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穩定性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日後加欄位會讓回傳結構突然改變。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索引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指定欄位才有機會走覆蓋索引。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結論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開發期可用，API 一律列出欄位。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區塊八：基礎 SQL 寫入與讀取演練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WHERE 與 LIKE：把篩選工作交給資料庫，而不是前端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dml/select_where.sql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數值條件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多條件組合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模糊搜尋（% 代表任意長度字串）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LIKE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'%耳機%'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注意：開頭的 % 會使索引失效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效能提醒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篩選位置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在資料庫篩完再傳，網路量最小。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LIKE 'abc%'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可使用索引，效能良好。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LIKE '%abc%'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必須全表掃描，資料量大時很慢。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大量搜尋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應改用全文索引或搜尋引擎。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區塊八：基礎 SQL 寫入與讀取演練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ORDER BY 加 LIMIT：行動端分頁的標準組合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dml/select_paging.sql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價格由高到低，只取前 10 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第 2 頁：跳過前 10 筆再取 10 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OFFSET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行動端思維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為何分頁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手機一次顯示不了上千筆，也不該傳。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LIMIT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限制回傳筆數，直接決定 JSON 大小。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OFFSET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跳過的筆數；頁數很深時效率會下降。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排序欄位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務必建立索引，否則需排序整張表。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區塊九：大數據量下的效能危機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全部設成 VARCHAR(255) 的代價：緩衝區被無聲地吃光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VARCHAR 雖依實際長度儲存，但排序與暫存表會以最大長度配置記憶體。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欄位定義過寬，緩衝區（Buffer Pool）能快取的資料列就變少。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快取命中率下降，查詢被迫回頭讀磁碟，效能急速惡化。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原則：長度定義應貼近真實業務需求，而非隨手填 255。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長度定義對照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174"/>
                <a:gridCol w="1699844"/>
                <a:gridCol w="1578427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隨手設定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合理設定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姓名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VARCHAR(255)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VARCHAR(50)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Email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VARCHAR(255)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VARCHAR(100)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手機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VARCHAR(255)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CHAR(10)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郵遞區號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VARCHAR(255)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CHAR(5)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區塊九：大數據量下的效能危機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定長欄位用 CHAR：雜湊值與手機號碼的最佳解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MD5 固定 32 字元、SHA256 固定 64 字元，長度永遠不變。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CHAR 不需額外的長度位元組，且不會產生列的長度變動。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定長列在更新時不需搬移，可有效減少資料表碎片。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台灣手機號碼固定 10 碼，是 CHAR(10) 的典型應用。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型態選擇準則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該用 CHAR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長度固定不變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MD5 / SHA256 雜湊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手機號碼、郵遞區號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更新不造成碎片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該用 VARCHAR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長度差異大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姓名、商品名稱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Email、網址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節省實際儲存空間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區塊九：大數據量下的效能危機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ALTER TABLE 調整結構：改之前先想清楚代價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ddl/alter_products.sql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新增欄位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is_active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TINYINT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修改型態與約束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MODIFY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補建索引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idx_price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大表執行 ALTER 可能鎖表數分鐘，務必避開尖峰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風險提醒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鎖表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舊版本執行 ALTER 時會阻擋讀寫。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縮小長度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既有資料超長會直接失敗或被截斷。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順序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先在測試庫驗證，再套用到正式環境。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備份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任何結構變更前，一律先匯出備份。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區塊九：大數據量下的效能危機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資料表碎片化：頻繁刪改留下的空洞會拖慢一切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DELETE 只是把空間標記為可用，實體檔案並不會自動縮小。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更新使列變長時，原位置塞不下，資料被迫搬到別處留下空洞。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空洞使同樣的資料量佔用更多頁面，掃描成本因此上升。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定期以 OPTIMIZE TABLE 重整，但大表操作耗時，需安排離峰執行。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碎片化的形成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頻繁 DELETE 與 UPDATE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資料頁出現大量空洞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相同資料量佔用更多頁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查詢需掃描更多頁面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區塊九：大數據量下的效能危機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資料表設計查核清單：期末專案的自我檢查表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設計完成後，請逐項對照這份清單，任一項未過都應立即修正。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這份清單同時是期末專案資料表設計的評分依據。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35808"/>
            <a:ext cx="10820095" cy="310896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3218688"/>
            <a:ext cx="1038118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資料表設計 Checklist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每張表都有 INT AUTO_INCREMENT 的代理主鍵。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所有金額欄位使用 DECIMAL，絕無 FLOAT 或 DOUBLE。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必填欄位皆設 NOT NULL，並給予合理的 DEFAULT。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唯一性需求（如 Email）以 UNIQUE 約束在資料庫層保證。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字串長度貼近實際需求，未一律使用 VARCHAR(255)。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編碼統一為 utf8mb4，確保可儲存 Emoji。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高頻查詢欄位（外部鍵、排序欄）已建立索引。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區塊十：課堂實作驗證與課綱銜接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實驗指派：獨立建出三張核心資料表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在自己的 phpMyAdmin 中建立 shop_db 並完成三張資料表。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每張表都須植入至少三筆測試資料。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完成後匯出為 shop_db.sql 繳交，內容須包含結構與資料。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驗收標準：以匯出的檔案能在他人電腦上完整重建資料庫。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實驗步驟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建立 shop_db（utf8mb4）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依序建立三張資料表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各植入三筆以上測試資料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匯出 shop_db.sql 繳交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區塊十：課堂實作驗證與課綱銜接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讀懂 SQL 語法錯誤：MariaDB 會告訴你它讀不下去的位置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錯誤訊息中的 near '...' 表示解析在該處中斷，問題通常就在其前一個符號。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最常見原因：逗號多寫或漏寫、括號未成對、關鍵字拼錯。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中文全形逗號與引號是初學者最容易忽略的錯誤來源。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逐段執行 SQL，可快速把問題縮小到單一語句。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錯誤訊息判讀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訊息片段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真正原因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near ')'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最後一欄多了逗號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Unknown column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欄位名稱拼錯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Table doesn't exist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建表順序錯誤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Duplicate entry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違反 UNIQUE 約束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區塊十：課堂實作驗證與課綱銜接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隨堂小考：給你一個商務欄位，寫出最精準的型態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題目形式：給定欄位與商務規則，寫出型態、約束與預設值。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評分重點不只是「能存」，而是「最省、最準、最不易出錯」。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提示：先問「值的範圍多大」，再問「它會不會變動」。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折扣率若誤用 FLOAT，累乘後的金額同樣會出現分角誤差。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小考題型示例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299496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商務欄位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參考答案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折扣率 0~1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DECIMAL(3,2) NOT NULL DEFAULT 1.00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是否上架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TINYINT NOT NULL DEFAULT 1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訂單編號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CHAR(16) NOT NULL UNIQUE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評價分數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TINYINT + CHECK 1~5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下單時間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DATETIME DEFAULT CURRENT_TIMESTAMP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區塊十：課堂實作驗證與課綱銜接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本週總結：三層架構的前端與資料層都已就緒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1 週搭好環境與架構觀念，第 2 週完成前端表單與狀態管理。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本週把表單欄位正式翻譯為資料表結構與約束。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目前只剩中間的 PHP API 尚未接上，兩端仍是分離的。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4 週補齊表與表之間的關聯，第 5 週正式串起三層。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W2 前端表單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已完成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待串接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W5 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尚未接上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待串接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W3 資料表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已完成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W3: MariaDB 資料庫基礎與資料表設計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區塊十：課堂實作驗證與課綱銜接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下週預告：外部鍵約束與多表 JOIN 查詢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FOREIGN KEY 正式建立 products 與 categories 的關聯。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學會 INNER JOIN 與 LEFT JOIN，一次查出商品與其分類名稱。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認識 ON DELETE CASCADE 等連鎖行為，避免出現孤兒資料。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並以 EXPLAIN 觀察索引在 JOIN 查詢中的實際效果。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第 4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FOREIGN KEY 外部鍵約束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INNER JOIN 與 LEFT JOIN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ON DELETE / ON UPDATE 行為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EXPLAIN 檢視查詢計畫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