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01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1 週：課程導論與現代行動應用架構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課程目標：打通行動、後端與 MariaDB 的任督二脈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18 週 / 900 頁課程藍圖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技術主軸：React Native · PHP API Layer · MariaDB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區塊一：行動應用的演進與架構痛點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從同步重載到離線優先：行動 App 改寫了資料存取的節奏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傳統 Web 以「整頁重載」為單位，每次互動都等待伺服器回傳完整 HTML。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現代行動 App 改以「資料為單位」：只交換 JSON，畫面由前端自行渲染。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離線優先（Offline-First）成為預設假設，而非例外處理。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本課程的分工原則：畫面歸前端、邏輯歸 API、真相歸資料庫。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典範轉移對照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傳統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同步重載整頁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依賴瀏覽器環境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斷網即完全不可用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資料與畫面綁在一起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現代行動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非同步局部更新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原生流暢度與手勢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本地快取撐過斷線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資料以 JSON 傳輸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區塊一：行動應用的演進與架構痛點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行動端的三重物理限制：網路、電力與運算共同決定架構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無線網路不可靠：3G/4G/5G 切換、電梯與地下室盲區都會造成連線中斷。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電力是稀缺資源：頻繁喚醒無線模組（Radio）比運算本身更耗電。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行動裝置的 CPU／記憶體受限，複雜運算應交給後端而非手機。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結論：架構必須假設「網路隨時會斷」，而非「網路永遠正常」。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限制 → 對策 對照表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22"/>
                <a:gridCol w="1773334"/>
                <a:gridCol w="153688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限制面向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實際情境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架構對策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網路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訊號盲區、換基地台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重試 + 本地快取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電力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頻繁連線喚醒 Radio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批次化請求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運算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低階機型效能不足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運算下放後端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儲存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裝置空間有限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只存必要資料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區塊一：行動應用的演進與架構痛點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手機不該直連資料庫：三層架構是安全與維運的必要成本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 App 直連資料庫，連線帳密就必須存在使用者手上的裝置裡。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商務邏輯散落各版本 App，一旦規則變動就得等使用者更新。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資料庫連線數有限，數萬台手機直連將瞬間耗盡連線池。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中間層讓「規則」與「憑證」留在伺服器，App 只拿到被允許的結果。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三層架構（3-Tier Architecture）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Presentation Layer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React Native／PC 網頁：畫面與互動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Application Layer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PHP API：認證、商務邏輯、資料清洗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Data Layer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MariaDB：持久化、事務與並發控制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區塊一：行動應用的演進與架構痛點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Uber 與 Instagram 的共通解：先讀本地，再非同步對齊雲端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Instagram 進入畫面先顯示本地快取的貼文，再於背景抓取新資料。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Uber 的定位持續在本地累積，網路恢復後才批次補傳至伺服器。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使用者感受到的「快」，來自本地資料，而非更快的網路。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共通模型：本地資料負責體感，雲端資料庫負責唯一真相。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快取優先的資料流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開啟 App，立即渲染本地快取資料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背景非同步向 API 請求最新內容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伺服器查詢資料庫並回傳 JSON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差異更新畫面，同時覆寫本地快取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區塊二：三層架構深度解構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表現層只負責「畫」與「暫存」：UI 不應承載商務邏輯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職責一：以 React Native 組件（Component）描述畫面該長什麼樣子。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職責二：接收使用者互動事件，轉換為對 API 的請求。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職責三：輕量本地快取，讓畫面在網路未回應前就有內容可顯示。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禁區：折扣計算、權限判斷、價格驗證一律不得寫在前端。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表現層職責邊界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414015"/>
            <a:ext cx="2173071" cy="3493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75704" y="2414015"/>
            <a:ext cx="2173071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✔ 應該做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980944"/>
            <a:ext cx="1843887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組件渲染與版面配置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手勢與表單互動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載入中／錯誤狀態呈現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本地輕量快取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414015"/>
            <a:ext cx="2173071" cy="3493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414015"/>
            <a:ext cx="2173071" cy="42062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✘ 不該做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80944"/>
            <a:ext cx="1843887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F444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計算最終金額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F444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判斷使用者權限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F444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保存資料庫帳密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F444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信任前端送來的價格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區塊二：三層架構深度解構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應用邏輯層是唯一守門員：認證、過濾與清洗集中於 PHP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商務邏輯過濾：折扣、庫存、訂單狀態轉移的規則只有這一份。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權限認證：以 Token 校驗身分，確認「這個人可以看這筆資料」。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資料清洗：型別轉換、必填檢查與 SQL 參數化，阻擋惡意輸入。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改規則只要重新部署 API，使用者不需更新 App。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API 請求的處理管線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69494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① Token 校驗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確認身分與角色（顧客／管理員）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09524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328415"/>
            <a:ext cx="4492447" cy="69494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② 參數驗證與清洗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型別、必填、範圍、跳脫處理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064507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297679"/>
            <a:ext cx="4492447" cy="69494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③ 商務規則運算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折扣、庫存、訂單狀態機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930487" y="5033771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5266944"/>
            <a:ext cx="4492447" cy="694943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④ 組裝 JSON 回應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只回傳前端需要的欄位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區塊二：三層架構深度解構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資料層保證正確性：MariaDB 以事務與鎖定守住高並發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結構化持久化：以資料表、欄位型別與外鍵約束保障資料完整性。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高並發鎖定：多人同時搶購同一件商品時，由資料庫決定誰先成交。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事務處理（Transaction）：扣庫存與建訂單必須同生共死。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缺少索引的查詢會隨資料量成長而線性變慢，成為系統瓶頸。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資料層的四道防線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299496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機制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解決的問題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Transaction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多步驟操作必須全成功或全失敗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Row Lock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同一筆庫存被同時扣減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Foreign Key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訂單指向不存在的商品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Index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大量資料下的查詢效能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Constraint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型別錯誤與空值汙染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區塊二：三層架構深度解構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HTTP + JSON 是三層之間的共同語言：一次請求的完整往返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ProductList.js  ·  api/products.php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前端 React Native：向中間層 API 發出請求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'http://192.168.1.10/api/products.php'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'GET'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'Authorization'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'Bearer 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反序列化為物件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中間層 PHP 回傳的 JSON 載體格式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"ok"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"items"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"id"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"無線耳機"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"price"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1290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執行邏輯說明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fetch() 以 HTTP 呼叫 API，不直接接觸資料庫。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2939796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2939796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049524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L5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Authorization 標頭帶 Token，供中間層校驗權限。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3685032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3685032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3794760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res.json() 將回應字串反序列化成可操作物件。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4430268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4430268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4539996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統一以 status 標示成敗，前端據此決定顯示。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⚡ 效能警告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JSON 序列化有成本，只回傳必要欄位。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區塊二：三層架構深度解構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安全邊界劃在中間層：資料庫憑證永不下放到使用者裝置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資料庫只開放給內網的應用伺服器，對公開網際網路完全關閉 3306 埠。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 手上只有可撤銷的 Token，沒有任何資料庫帳號密碼。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 SQL 一律使用參數化查詢（Prepared Statement）防止注入。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防禦性原則：前端送來的任何數值都視為不可信，一律於後端重新驗證。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憑證的可見範圍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只持有 Token，看不到資料庫位址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安全邊界：憑證與規則止於伺服器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以伺服器端帳密連線，驗證後放行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僅接受內網來源連線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區塊三：跨平台開發框架的選擇哲學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原生雙軌開發的代價：兩份程式碼必然走向邏輯漂移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Android 用 Kotlin、iOS 用 Swift，同一功能得寫兩次、測兩次。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人力成本加倍，且兩組工程師的實作細節難以完全一致。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業務規則一改，兩端必須同步修改，任一端遺漏即產生行為差異。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對教學現場而言，雙軌也代表學生要同時面對兩套語言與工具鏈。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開發成本結構對照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原生雙軌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F444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兩套語言：Kotlin / Swift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F444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兩份 UI 與商務邏輯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F444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人力與工時翻倍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F444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版本節奏難以對齊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跨平台單軌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一套 JavaScript 程式碼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邏輯集中易於維護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改一次兩端同時生效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教學成本顯著降低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區塊三：跨平台開發框架的選擇哲學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React Native 與 Flutter 的分歧：橋接原生元件 vs. 自繪畫面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React Native：以 JavaScript 驅動「真正的原生元件」，外觀隨系統而變。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Flutter：以 Dart 搭配 Skia 引擎自行繪製每一個像素，兩端外觀完全一致。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橋接會帶來跨執行緒的訊息成本；自繪則換來較大的安裝包體積。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選型無絕對優劣，取決於團隊語言基礎與對原生一致性的要求。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技術本質對比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177"/>
                <a:gridCol w="1717700"/>
                <a:gridCol w="158556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面向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React Native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Flutter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語言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JavaScript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Dart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渲染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原生元件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Skia 自繪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外觀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貼近各平台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兩端一致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生態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npm 龐大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官方套件強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學習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會 JS 即可上手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需學新語言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區塊三：跨平台開發框架的選擇哲學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Learn once, write everywhere：用 React 思維驅動原生元件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核心哲學不是「一次寫完到處跑」，而是「學一次觀念，處處可寫」。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以宣告式（Declarative）描述 UI：畫面是狀態的函式，狀態變畫面就變。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&lt;View&gt;／&lt;Text&gt; 最終對應到 Android 與 iOS 各自的原生視圖。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元件化思維讓商品卡片、訂單列這類 UI 可以重複使用。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從程式碼到畫面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JSX 描述畫面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以元件組合出商品列表與客服視窗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State 驅動更新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資料變動 → 自動重新渲染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原生視圖呈現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Android View / iOS UIView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區塊三：跨平台開發框架的選擇哲學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Bridge 是非同步的：以批次序列化訊息換取跨平台自由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JavaScript 執行緒與原生 UI 執行緒各自獨立，彼此不能直接呼叫。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兩端透過 Bridge 交換序列化後的訊息佇列，本質上是非同步溝通。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高頻率跨橋通訊（如逐格動畫）會造成掉幀，應交由原生端處理。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理解 Bridge，才能解釋「為何某些操作在 RN 中特別慢」。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Bridge 通訊架構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JavaScript 執行緒：運算與狀態更新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Bridge：訊息序列化為 JSON 批次傳遞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原生主執行緒：實際繪製畫面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跨橋次數越多，延遲與掉幀風險越高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區塊三：跨平台開發框架的選擇哲學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本課程選用 React Native：兼顧學術可讀性與就業市場需求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學生已具備 JavaScript 基礎，可將心力放在資料庫與架構而非新語言。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與後續 PHP／MariaDB 的 JSON 資料流銜接自然，易於觀察完整鏈路。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Expo 讓全班在第一週就能跑起專案，降低環境建置失敗率。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業界職缺數量充足，專題成果可直接作為求職作品集。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選型評估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347"/>
                <a:gridCol w="313109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評估面向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本課程考量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先備知識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沿用 JS，學習曲線最平緩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教學時數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 週內可完成完整專案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架構銜接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與 PHP / MariaDB 無縫整合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就業市場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職缺量大、作品可展示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除錯難度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工具成熟、社群資源豐富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區塊四：MariaDB 的技術本質與歷史定位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RDBMS 以 ACID 定義可信賴：一筆下單交易同時驗證四大屬性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checkout.sql  ·  MariaDB 10.x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下單：扣庫存與建立訂單必須同生共死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START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TRANSACTION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amount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1290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COMMIT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兩步驟皆成功才真正寫入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ROLLBACK; -- 任一步失敗則整筆撤銷，資料回到交易前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ACID 四大屬性對照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Atomicity 原子性：L2~L12 是一個不可分割的單位。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C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Consistency 一致性：stock &gt; 0 確保庫存不會變負數。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I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Isolation 隔離性：交易期間該筆商品列被鎖定。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Durability 持久性：COMMIT 後即使斷電也不遺失。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區塊四：MariaDB 的技術本質與歷史定位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MariaDB 誕生於開源危機：由 MySQL 創始團隊接手的分支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MySQL 於 2008 年被 Sun 收購，2010 年隨 Sun 併入 Oracle。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社群憂心開源承諾生變，授權與更新節奏可能受商業考量左右。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創始人 Michael Widenius 另立分支 MariaDB，承諾永久保持開源。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與 MySQL 語法高度相容，多數情況可直接替換使用。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開源分支的時間軸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1995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MySQL 由 Widenius 團隊發表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2008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Sun Microsystems 收購 MySQL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2010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Oracle 併購 Sun，社群憂慮升高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2010+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分支誕生，承諾永久開源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區塊四：MariaDB 的技術本質與歷史定位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MariaDB 的效能來自引擎與規劃器：更聰明地決定怎麼查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XtraDB／InnoDB：強化高並發下的寫入吞吐與交易處理能力。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Aria 引擎：適合大量讀取與暫存表，並具備崩潰安全（Crash-Safe）特性。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查詢規劃器（Optimizer）能為複雜 JOIN 選出更佳的執行路徑。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對本課程的意義：同樣的 SQL，在良好索引下可有數量級的效能差異。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效能來源拆解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347"/>
                <a:gridCol w="313109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元件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效能貢獻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XtraDB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高並發寫入與交易吞吐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Aria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讀取密集與暫存表加速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Optimizer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複雜查詢選路更精準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Thread Pool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大量連線下維持穩定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相容性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沿用 MySQL 語法與工具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區塊四：MariaDB 的技術本質與歷史定位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MariaDB 是雲端唯一真相：所有裝置最終向同一份資料對齊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手機與 PC 網頁都只是資料的「視圖」，真正的狀態存在雲端資料庫。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任何裝置的本地快取都可能過期，最終必須以伺服器資料為準。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Single Source of Truth：庫存、訂單、客服訊息只有一份權威版本。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這正是第 24 頁「管理員上架、手機立刻看到」得以成立的前提。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多端共用同一份真相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顧客手機 App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本地快取：可能是舊資料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管理員 PC 網頁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本地畫面：可能是舊資料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MariaDB 中央資料庫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唯一真相（Single Source of Truth）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區塊四：MariaDB 的技術本質與歷史定位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GPL 授權降低門檻：新創與教學現場都能零成本起步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採 GPL 授權，可自由取得、使用與部署，無授權費負擔。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新創得以將預算投入產品開發，而非資料庫授權採購。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教學上全班可各自架設完整環境，實驗與重灌毫無成本壓力。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須留意：GPL 對「修改後散布」有開源義務，商用前應確認合規範圍。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2103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開源選型的戰略意義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零授權成本，降低專案啟動門檻。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原始碼公開，安全問題可被社群快速修補。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不受單一廠商綁定（Vendor Lock-in）。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041648"/>
            <a:ext cx="4967935" cy="2103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224528"/>
            <a:ext cx="452902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合規提醒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GPL 的義務發生在「散布」而非「內部使用」。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商用產品若嵌入並散布，需評估授權相容性。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區塊五：商務場景：行動電商與客服系統規劃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期末專案定錨：行動電商與即時客服系統的完整規格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專案名稱：Mobile E-Commerce &amp; Live Support System。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一個系統同時涵蓋交易流程（訂單）與即時互動（客服訊息）兩種資料特性。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18 週的每個技術主題，都會回頭落實到這個專案的某個功能。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評分重點：資料表設計的合理性，以及前後端資料流的正確性。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專案系統組成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顧客端 App（React Native）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瀏覽、購物車、付款、評價、客服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300984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 Layer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認證、訂單邏輯、訊息收發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242816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商品、訂單、訊息、使用者資料表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5704" y="5184648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管理端網頁（PC）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上架、分類、訂單查閱、客服回覆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區塊五：商務場景：行動電商與客服系統規劃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顧客端需求：從瀏覽到付款再到客服的一條龍旅程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瀏覽與搜尋商品，並依分類篩選，對應大量讀取查詢。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購物車需跨裝置同步，代表狀態必須存在伺服器而非僅本機。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付款與評價牽涉寫入與一致性，是事務處理的主要戰場。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發起客服對話則屬於高頻小量寫入，資料特性與訂單截然不同。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需求 → 資料操作對照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267"/>
                <a:gridCol w="1540267"/>
                <a:gridCol w="1411911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功能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資料操作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難點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商品瀏覽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SELECT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分頁與索引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購物車同步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UPDATE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跨裝置一致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信用卡付款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TRANSACTION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不可重複扣款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商品評價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INSERT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權限驗證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發起客服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INSERT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即時性要求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區塊五：商務場景：行動電商與客服系統規劃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管理端需求：PC 網頁承擔上架、訂單與客服回覆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商品上架與編輯：包含圖片、價格、庫存等欄位的寫入。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分類管理：牽涉一對多關聯，是外鍵設計的第一個實例。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全站訂單查閱需要跨表 JOIN，並以索引支撐大量資料的查詢。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即時回覆客服訊息：與顧客端讀寫同一張訊息表，形成雙向資料流。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功能與資料表對應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管理功能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涉及資料表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商品上架／編輯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products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分類管理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categories（一對多）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訂單查閱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orders × users × products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客服回覆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messages（雙向讀寫）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權限控管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users.role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區塊五：商務場景：行動電商與客服系統規劃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真正的難題是即時性：管理員上架後手機如何不刷新就看到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HTTP 的本質是「client 問、server 才答」，伺服器無法主動推播。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最單純的解法是輪詢（Polling）：App 每隔數秒主動詢問一次。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輪詢過於頻繁會浪費電力與資料庫查詢資源，須權衡間隔時間。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後續週次將以此為起點，討論更有效率的即時通訊策略。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輪詢（Polling）機制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管理員在 PC 網頁按下「上架」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執行 INSERT 寫入 MariaDB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 每 N 秒輪詢一次 API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查到新資料 → 局部更新畫面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區塊五：商務場景：行動電商與客服系統規劃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多端連動拓撲：Web、App、PHP 與 MariaDB 的宏觀連線關係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47088"/>
            <a:ext cx="10820095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3493008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顧客端 App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React Native · Android / 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75688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管理端網頁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PC Browser · 後台管理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79776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 Layer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Apache · 認證 / 商務邏輯 /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2779776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1A202C"/>
          </a:solidFill>
          <a:ln w="19050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商品 / 訂單 / 訊息 / 使用者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520440" y="2519172"/>
            <a:ext cx="960120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221742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HTTPS · JSON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520440" y="3936492"/>
            <a:ext cx="960120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288" y="36347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HTTPS · JSON</a:t>
            </a:r>
          </a:p>
        </p:txBody>
      </p:sp>
      <p:sp>
        <p:nvSpPr>
          <p:cNvPr id="20" name="Left-Right Arrow 19"/>
          <p:cNvSpPr/>
          <p:nvPr/>
        </p:nvSpPr>
        <p:spPr>
          <a:xfrm>
            <a:off x="7315200" y="3410712"/>
            <a:ext cx="1005840" cy="164592"/>
          </a:xfrm>
          <a:prstGeom prst="leftRightArrow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SQL · 內網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18888"/>
            <a:ext cx="10820095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兩種前端、同一組 API、單一資料庫：所有裝置的資料最終匯流於 MariaDB。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API 是唯一入口，也是唯一能與資料庫對話的角色。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區塊六：資料流向微觀解析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場景一「讀取商品」：一次點擊觸發的五段式資料旅程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" y="18470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RN 前端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React Native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86530" y="24414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1666" y="2130552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AJAX Fetch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91786" y="18470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商務邏輯／驗證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54772" y="24414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9908" y="2130552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SQL Query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0028" y="18470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MySQL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MariaDB 資料庫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21608"/>
            <a:ext cx="548640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 發送 Fetch 請求，僅攜帶查詢條件與 Token。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執行 SELECT，MariaDB 回傳符合條件的資料列。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將資料列包裝為 JSON，前端接收後渲染畫面。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75704" y="3867912"/>
            <a:ext cx="475488" cy="59436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4344" y="3867912"/>
            <a:ext cx="3943807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Fetch：GET /api/products.php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940296" y="4475988"/>
            <a:ext cx="146304" cy="11887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75704" y="4608576"/>
            <a:ext cx="475488" cy="59436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4608576"/>
            <a:ext cx="3943807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SELECT * FROM products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940296" y="5216652"/>
            <a:ext cx="146304" cy="11887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75704" y="5349240"/>
            <a:ext cx="475488" cy="59436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24344" y="5349240"/>
            <a:ext cx="3943807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回傳 JSON → 前端渲染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區塊六：資料流向微觀解析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場景二「即時客服」：寫入與輪詢構成雙向的訊息通道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顧客送出訊息，App 以 POST 呼叫 API，PHP 執行 INSERT 寫入。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管理端網頁定時輪詢，查詢比上次更新時間更晚的訊息。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訊息表同時被兩端讀寫，是本課程第一個雙向資料流案例。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資料庫是雙方唯一的交會點，前端彼此並不直接連線。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即時客服的資料路徑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 送出訊息 → POST /api/message.php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執行 INSERT 寫入 messages 表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PC 管理端每 N 秒輪詢一次 API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查到新訊息 → 網頁局部更新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區塊六：資料流向微觀解析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延遲與封包遺失是常態：行動端必須內建容錯設計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行動網路的延遲（Latency）可能從數十毫秒暴增到數秒。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請求可能送達但回應遺失，此時使用者以為失敗、伺服器卻已寫入。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重試機制必須搭配冪等設計，否則會產生重複訂單。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UI 一定要有載入中、逾時與重試三種狀態，不可只有成功路徑。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異常 → 對策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119"/>
                <a:gridCol w="2943327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異常情境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容錯設計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回應緩慢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顯示載入中 + 逾時上限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請求失敗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自動重試並限制次數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回應遺失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以請求編號避免重複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完全斷線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改讀本地快取資料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區塊六：資料流向微觀解析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序列化不是免費的：JSON 的打包與拆包都會消耗資源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序列化：PHP 以 json_encode() 把資料列轉為字串送出。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反序列化：前端以 res.json() 把字串還原為可操作的物件。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回傳一萬筆商品的 JSON，光是解析就足以讓畫面卡頓。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對策：分頁（LIMIT）、只取必要欄位、避免巢狀過深的結構。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資料形態的四次轉換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資料列（Rows）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PHP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json_encode() 序列化為字串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字串經 HTTP 傳輸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res.json() 反序列化為物件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區塊六：資料流向微觀解析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從點擊到落盤的時間線：找出真正拖慢體感的那一段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整段耗時 = 前端處理 + 網路往返 + 後端邏輯 + 資料庫查詢。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多數情況下，網路往返與資料庫查詢才是真正的瓶頸。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優化前必須先量測，否則容易花力氣改錯地方。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後續週次會逐段拆解並實測每一環節的耗時。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時間線分解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22"/>
                <a:gridCol w="1418667"/>
                <a:gridCol w="1891556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階段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典型耗時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可優化手段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UI 事件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&lt; 1 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避免主執行緒運算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網路往返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50~500 ms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減少請求次數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PHP 邏輯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1~20 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快取重複結果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SQL 查詢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1~1000 ms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建立正確索引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畫面渲染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5~50 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分頁與虛擬列表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區塊七：開發環境建置：後端與資料庫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XAMPP 一次備齊後端三件組：Apache、PHP 與 MariaDB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Apache：負責接收 HTTP 請求並執行對應的 PHP 檔案。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解譯器：把 .php 檔轉為實際執行的商務邏輯。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MariaDB：隨 XAMPP 一併安裝，即為本課程的雲端資料庫。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一鍵安裝的價值：把環境問題壓到最低，讓課堂專注在架構。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XAMPP 套件組成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Apache HTTP Server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接收請求 · 埠號 80 / 443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300984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Interpreter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執行商務邏輯與 API 端點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242816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MariaDB Server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資料持久化 · 埠號 3306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5704" y="5184648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phpMyAdmin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瀏覽器端的資料庫管理介面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區塊七：開發環境建置：後端與資料庫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安裝後先排查埠號衝突：80、443 與 3306 是常見戰場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Windows 上 IIS 或 Skype 可能已佔用 80 埠，導致 Apache 無法啟動。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macOS 內建 Apache 亦會搶佔 80 埠，需先停用系統服務。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 3306 被既有 MySQL 佔用，MariaDB 將啟動失敗。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排查順序：看 XAMPP 控制台紅字 → 查佔用程序 → 改埠或停用衝突服務。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埠號衝突對照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339"/>
                <a:gridCol w="1699844"/>
                <a:gridCol w="182126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埠號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服務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常見佔用者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Apache HTTP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IIS / Skype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443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Apache HTTPS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VPN 用戶端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3306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MariaDB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既有 MySQL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8080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替代方案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其他開發伺服器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區塊七：開發環境建置：後端與資料庫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phpMyAdmin 讓資料庫可視化：建庫、測語法與管權限一次到位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資料庫建立：以圖形介面建立 shop_db 並設定字元集。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SQL 頁籤：貼上語法直接執行，是驗證 DDL 最快的方式。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使用者權限：為 API 建立專用低權限帳號，避免直接使用 root。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匯出／匯入：課堂間交換資料庫結構的標準做法。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四大常用功能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資料庫管理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建立 / 刪除資料庫與資料表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300984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SQL 執行器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測試 DDL 與 DML 語法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242816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結構檢視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調整欄位型態、索引與約束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5704" y="5184648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權限管理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建立 API 專用帳號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區塊七：開發環境建置：後端與資料庫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調整 php.ini 兩個關鍵設定：打開錯誤訊息並允許跨網域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api/config.php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開發期間開啟錯誤回報（php.ini：display_errors = On）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ini_set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'display_errors'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error_reporting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E_ALL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CORS：允許行動端與管理端網頁跨網域呼叫本 API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'Access-Control-Allow-Origin: *'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'Access-Control-Allow-Headers: Content-Type, Authorization'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'Content-Type: application/json; charset=utf-8'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6172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display_errors 開啟後才看得到 PHP 錯誤原因。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2939796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2939796"/>
            <a:ext cx="45720" cy="6172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049524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Allow-Origin 決定哪些來源可呼叫此 API。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3685032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3685032"/>
            <a:ext cx="45720" cy="6172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3794760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自訂標頭（Authorization）必須列入白名單。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4430268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4430268"/>
            <a:ext cx="45720" cy="6172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4539996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L9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統一宣告 JSON 與 utf-8，中文才不會亂碼。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⚡ 效能警告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display_errors 僅限開發環境，上線務必關閉。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區塊七：開發環境建置：後端與資料庫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以 info.php 驗證後端：瀏覽器看得到，環境才算真的通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htdocs/info.php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放在 htdocs/info.php，瀏覽器開 http://localhost/info.php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phpinfo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進一步驗證 MariaDB 是否可連線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'mysql:host=127.0.0.1;dbname=shop_db;charset=utf8mb4'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'shop_api'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'YOUR_PASSWORD'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'db'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'connected'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驗收步驟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啟動 Apache 與 MariaDB，確認皆為綠燈。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開啟 localhost/info.php 看到版本資訊頁。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PDO 連線成功會回傳 connected 字樣。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三項皆過，後端環境即建置完成。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區塊八：開發環境建置：行動前端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Node.js 是前端工具鏈的地基：npm 管套件、npx 直接跑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Node.js 讓 JavaScript 得以在瀏覽器之外執行，是所有工具的執行環境。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npm 負責下載並記錄相依套件，內容寫在 package.json。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npx 可直接執行套件而不需全域安裝，避免版本互相污染。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node_modules 體積龐大但不需納入版控，靠 package.json 即可重建。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工具鏈角色分工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工具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職責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Node.js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JavaScript 執行環境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npm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安裝與管理相依套件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npx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免安裝直接執行指令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package.json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記錄專案相依清單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node_modules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實際套件檔案（不進版控）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區塊八：開發環境建置：行動前端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教學選 Expo、專案選 CLI：兩種模式的取捨要先講清楚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3081528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3081528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Expo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322576"/>
            <a:ext cx="2752344" cy="3730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免設定原生環境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掃 QR Code 即可實機預覽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適合課堂快速上手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受限於官方支援的套件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13632" y="1755648"/>
            <a:ext cx="3081528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13632" y="1755648"/>
            <a:ext cx="3081528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React Native 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322576"/>
            <a:ext cx="2752344" cy="3730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需安裝 Android SDK / Xcode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可整合任意原生模組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建置流程較長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適合正式產品開發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755648"/>
            <a:ext cx="414497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6" y="1938528"/>
            <a:ext cx="370606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本課程的選擇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第 1~9 週以 Expo 進行，把時間留給資料庫與 API。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期末專案若需原生模組，再評估轉為 CLI。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兩者的 JavaScript 程式碼幾乎可完全共用。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區塊八：開發環境建置：行動前端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設定 ANDROID_HOME 與 AVD：模擬器跑不起來多半卡在環境變數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Android Studio 安裝後，SDK 預設路徑需登記為 ANDROID_HOME。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platform-tools 必須加入 PATH，adb 指令才能在終端機使用。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AVD 建議開啟硬體加速（HAXM／WHPX），否則模擬器極慢。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設定完環境變數務必重開終端機，否則新值不會生效。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環境變數設定順序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安裝 Android Studio 與 SDK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設定 ANDROID_HOME 環境變數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將 platform-tools 加入 PATH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建立 AVD 並開啟硬體加速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區塊八：開發環境建置：行動前端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實機無線偵錯：同一個 Wi-Fi 是所有連線成功的前提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手機與電腦必須連上同一個區域網路，且不可開啟 AP 隔離。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Expo 直接掃描 QR Code 即可在實機載入專案。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實機才測得出真實的網路延遲與軟鍵盤行為。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校園 Wi-Fi 常見的裝置隔離政策，是課堂連不上的頭號原因。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無線偵錯四步驟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電腦與手機連上同一 Wi-Fi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終端機執行 npx expo start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Expo Go 掃描 QR Code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存檔即熱重載（Fast Refresh）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區塊八：開發環境建置：行動前端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初始化專案：一行指令生出可執行的 React Native 骨架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Terminal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建立專案（Expo 模式）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npx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expo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啟動開發伺服器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npx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expo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start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專案目錄結構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shop-app/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  App.js            &lt;- 進入點，本週的程式碼寫在這裡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  package.json      &lt;- 相依套件清單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  assets/           &lt;- 圖片與字型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  node_modules/     &lt;- 套件實體（不進版控）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目錄職責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App.js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應用進入點，預設匯出根組件。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package.json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記錄相依與可執行的 scripts。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assets/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靜態資源，圖片與字型放這裡。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node_modules/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自動生成，切勿手動修改。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區塊九：實作演練：跨平台通訊的第一桶金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用 fetch() 打通第一條線：讓 App 真的拿到後端回傳的資料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'react'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Button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'react-native'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msg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setMsg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'尚未連線'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testApi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'http://192.168.1.10/api/ping.php'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setMsg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'連線成功：'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setMsg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'連線失敗：'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msg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&lt;Button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"測試連線"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onPress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testApi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useState 保存連線結果，變動即重繪畫面。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網址必須是電腦的內網 IP，不能用 localhost。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try/catch 才能捕捉到網路層的失敗。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onPress 綁定非同步函數，觸發實際請求。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區塊九：實作演練：跨平台通訊的第一桶金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Network Request Failed 的真相：手機的 localhost 是它自己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localhost 永遠指向「執行程式的那台裝置」，在手機上就是手機本身。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手機必須以電腦的區域網路 IP（如 192.168.1.10）連線。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Android 9 以上預設禁止明文 HTTP，需另行允許或改用 HTTPS。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 IP：Windows 用 ipconfig、macOS 用 ifconfig，找 IPv4 位址。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錯誤訊息對照表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290"/>
                <a:gridCol w="2178156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症狀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真正原因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Network request failed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用了 localhost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連線逾時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手機電腦不同網段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CORS 錯誤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後端未送出標頭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Cleartext not permitted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Android 禁明文 HTTP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404 Not Found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路徑或檔名拼錯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區塊九：實作演練：跨平台通訊的第一桶金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前後端對照：RN 送出請求，PHP 以 CORS 標頭正式放行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5227167" cy="3822191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227167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25754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9343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9343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182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4422495" cy="3182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React Native 端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'http://192.168.1.10/api/ping.php'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'GET'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1755648"/>
            <a:ext cx="5227167" cy="3822191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8727" y="1755648"/>
            <a:ext cx="5227167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79895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81063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82231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3127" y="1837943"/>
            <a:ext cx="25754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api/ping.php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42271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271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3319" y="2267712"/>
            <a:ext cx="310896" cy="3182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8807" y="2267712"/>
            <a:ext cx="4422495" cy="3182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PHP 後端端點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'Access-Control-Allow-Origin: *'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'Content-Type: application/json'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'ok'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'time'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'H:i:s'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31255" y="3538727"/>
            <a:ext cx="329184" cy="256032"/>
          </a:xfrm>
          <a:prstGeom prst="rightArrow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24144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React Native  </a:t>
            </a:r>
            <a:r>
              <a:rPr sz="1200" b="1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──▶  </a:t>
            </a:r>
            <a:r>
              <a:rPr sz="1200" b="1" i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AJAX Fetch (JSON)</a:t>
            </a:r>
            <a:r>
              <a:rPr sz="1200" b="1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──▶  </a:t>
            </a:r>
            <a:r>
              <a:rPr sz="12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PHP Backend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區塊九：實作演練：跨平台通訊的第一桶金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交叉比對兩端日誌：確認請求究竟有沒有抵達伺服器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前端以 console.log() 觀察請求送出與回應內容。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後端查 Apache 的 access.log，看得到請求就代表網路是通的。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access.log 有紀錄但前端報錯，問題多半出在 CORS 或 JSON 格式。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兩端都沒紀錄，才是真正的網路或 IP 問題。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日誌交叉判讀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111"/>
                <a:gridCol w="1497482"/>
                <a:gridCol w="187185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前端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後端日誌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判讀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報錯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無紀錄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網路／IP 不通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報錯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有紀錄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CORS 或格式錯誤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正常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有紀錄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鏈路完全打通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逾時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無紀錄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防火牆阻擋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區塊九：實作演練：跨平台通訊的第一桶金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第一週驗收：全班前後端必須完成一次成功的資料往返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檢核精神：不是「有裝好」，而是「有跑通一次完整往返」。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任何一項未過，後續週次的實作都會卡住。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請以實機或模擬器實測，不可只在瀏覽器驗證。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第一週實驗檢核表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XAMPP 的 Apache 與 MariaDB 皆綠燈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瀏覽器可開啟 localhost/info.php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手機以內網 IP 成功取得 JSON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console 與 access.log 皆有對應紀錄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區塊十：軟體安全與課堂深度思辨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學術思辨：若拿掉 PHP 層，讓 App 直連資料庫會如何？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帳號密碼必須打包進 App，等同把鑰匙交給每一位使用者。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資料庫必須對外網開放 3306 埠，成為全球可掃描的攻擊目標。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任何人都能下 UPDATE 或 DROP，資料完整性完全失守。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請先自己想三分鐘，再看下一頁的災難模擬。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如果真的這樣做…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憑證外洩：反編譯即可取得連線帳密。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權限失控：客戶端能執行任意 SQL 指令。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無法稽核：分不清哪筆操作來自誰。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無法改規則：邏輯寫死在已發布的 App 裡。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區塊十：軟體安全與課堂深度思辨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災難模擬：反編譯只需幾分鐘，硬編碼的密碼藏不住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APK 本質是壓縮檔，解開後即可用工具還原出可讀的程式碼。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字串常數（如密碼、API 金鑰）會原封不動留在二進位檔中。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混淆（Obfuscation）只能拖延時間，無法真正保護機密。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結論：凡是交到使用者手上的東西，都不能視為秘密。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攻擊者的四個步驟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取得公開發行的 APK 檔案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解壓縮並反編譯出程式碼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搜尋字串常數找出帳密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root 權限直連資料庫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區塊十：軟體安全與課堂深度思辨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前端不可信：所有驗證都必須在後端再做一次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業界資料外洩多半源於「相信了客戶端送來的值」。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攻擊者可直接呼叫 API，完全繞過你的前端畫面與驗證。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價格、數量、身分一律以資料庫中的資料為準重新計算。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前端驗證是為了體驗，後端驗證才是為了安全。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兩種驗證的定位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前端驗證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目的：即時體驗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省下無謂的網路請求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可被輕易繞過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不具安全效力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目的：資料安全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所有請求的必經關卡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無法被客戶端繞過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最終防線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區塊十：軟體安全與課堂深度思辨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本週總結與作業：畫出你自己的專案功能樹狀圖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已建立三層架構的心智模型：畫面、邏輯、資料各司其職。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已完成前後端環境並跑通第一次 JSON 往返。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已理解為何資料庫必須躲在中間層之後。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作業：繪製行動電商專案的功能樹狀圖，下週上課繳交。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作業要求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至少涵蓋顧客端與管理端兩大分支。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每個葉節點需標註所需的資料操作（讀／寫）。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標出哪些功能需要即時性，哪些可以延遲。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格式不拘，手繪或工具繪製皆可。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W1: 課程導論與現代行動應用架構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區塊十：軟體安全與課堂深度思辨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下週預告：讓畫面動起來——State 驅動的表單互動實作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從靜態畫面進入資料驅動 UI：UI = f(State)。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實作 TextInput 雙向綁定，完成可驗證的註冊表單。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處理行動端特有的軟鍵盤遮擋與連點防呆。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為第 3 週把資料寫進 MariaDB 做好前端準備。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接下來的路線圖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W2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React Native 表單與狀態管理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W3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資料表設計與 DDL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W4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外部鍵約束與多表 JOIN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W5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API 與資料庫正式串接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