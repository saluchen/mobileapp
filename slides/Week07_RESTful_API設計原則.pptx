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07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7 週：RESTful API 設計原則（PHP 實作）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核心命題：網址是名詞，動作交給 HTTP 動詞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301 ~ 350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技術主軸：REST · HTTP 動詞 · 狀態碼 · 路由 · CORS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區塊一：RESTful 架構風格的起源與哲學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REST 的起源：Roy Fielding 在 2000 年立下的架構風格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REST 全名 Representational State Transfer，是一種架構風格而非協定。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 Roy Fielding 博士於 2000 年的論文正式提出。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它描述如何以 HTTP 既有的機制，設計一致好用的 Web 介面。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如今幾乎所有大廠的公開 API 都遵循這套規範。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REST 三個字的意涵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Representational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以資源的表述（JSON）互動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資源的狀態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Transfer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透過 HTTP 傳遞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區塊一：RESTful 架構風格的起源與哲學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傳統網址的亂象：每個開發者都自創一套命名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/addProduct.php、/delUser.php？id=2——動詞塞進網址，毫無章法。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同一個團隊，十個人可能有十種命名習慣。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介接方必須逐一查閱文件，才知道每支 API 怎麼呼叫。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缺乏統一規範，維護與協作的成本隨專案規模爆炸。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兩種命名風格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傳統混亂命名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/addProduct.php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/delUser.php?id=2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/getProductList.php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動詞塞進網址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RESTful 命名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POST /products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DELETE /users/2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GET /products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網址只留名詞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區塊一：RESTful 架構風格的起源與哲學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REST 核心：網址代表資源，操作交給 HTTP 動詞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網址（URL）只描述「資源是什麼」，一律使用名詞。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「要對資源做什麼」則由 HTTP 動詞決定。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 /products，配不同動詞就是查詢、新增或刪除。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名詞與動詞分工，讓 API 的語意變得可預測。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HTTP 動詞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GET / POST ...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搭配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+ 資源網址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/products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得出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= 明確語意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查詢商品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區塊一：RESTful 架構風格的起源與哲學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無狀態特性：每個請求自帶全部資訊，利於橫向擴展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無狀態（Stateless）：伺服器不保存前一次請求的脈絡。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每個請求都自帶所需的全部資訊（含身分 Token）。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任何一台伺服器都能處理任何請求，方便水平擴展。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這對需要因應流量彈性增減機器的行動服務至關重要。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無狀態的價值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特性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帶來的效益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無狀態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任一伺服器都能處理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自帶資訊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請求不依賴伺服器記憶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可擴展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加機器即可分攤流量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易快取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相同請求可被快取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動詞與資源路徑設計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GET：安全且冪等的獲取，重複呼叫不改變資料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的唯一語意是「讀取資源」，不應造成任何資料變動。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安全（Safe）：呼叫它不會改變伺服器狀態。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冪等（Idempotent）：呼叫一次或一千次，結果都相同。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因此 GET 可被瀏覽器與 CDN 安心地快取。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GET 語意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[HTTP]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取全體商品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取 ID=5 的商品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只讀不寫，可安全重試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動詞與資源路徑設計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POST：新建資源，每次呼叫都長出一筆新資料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的語意是「在資源集合下新建一筆」。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它非冪等：呼叫三次，資料庫就多出三筆。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新增成功後，慣例回傳 201 Created 與新資源。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註冊、下單、發表評價都屬於 POST 的範疇。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POST 語意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[HTTP]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新增一件商品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註冊一位使用者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非冪等：呼叫 N 次長 N 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動詞與資源路徑設計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PUT：更新資源，以整塊完整資料覆蓋舊值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PUT 的語意是「以送來的完整資料，取代指定資源」。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它冪等：用同一份資料更新幾次，結果都一樣。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須指定目標，如 PUT /products/5 更新 ID=5 的商品。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若只想改部分欄位，嚴格上應改用 PATCH。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PUT 語意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[HTTP]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覆蓋 ID=5 的完整資料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冪等：重複更新結果相同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部分更新則用 PATCH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動詞與資源路徑設計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DELETE：銷毀資源，從資料庫移除指定識別碼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DELETE 的語意是「移除指定的資源」。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它冪等：刪一個不存在的 ID，狀態依舊是「不存在」。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須指定目標，如 DELETE /products/5。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實務上常改為「軟刪除」，只標記而不真正移除資料列。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DELETE 語意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[HTTP]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刪除 ID=5 的商品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冪等：刪不存在的也回同結果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常改為軟刪除（標記 is_deleted）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動詞與資源路徑設計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資源 URL 矩陣：集合與單一資源的標準對照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/products 代表「全體商品」這個集合。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/products/5 代表集合中 ID 為 5 的那一件。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同一組網址搭配四個動詞，即涵蓋完整的 CRUD。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這張矩陣就是所有 RESTful 資源的設計範本。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資源 URL 矩陣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560"/>
                <a:gridCol w="190588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動詞 + 路徑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取全體商品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/products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新增商品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/products/5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取單一商品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PUT /products/5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更新商品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DELETE /products/5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刪除商品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區塊三：HTTP 狀態碼的藝術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反面教材：無論成敗都回 200，前端根本無從判斷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有些 API 不管對錯都回 200，把成敗塞進 JSON 內文。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前端被迫解析內文才知道結果，也無法善用 HTTP 層的機制。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監控系統只看狀態碼，會誤以為一切正常，錯誤被隱藏。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正解：用狀態碼表達結果類別，用 JSON 補充細節。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狀態碼的意義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全回 200（錯誤）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成敗都是 200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需解析內文才知道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監控無法辨識錯誤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浪費 HTTP 語意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正確用狀態碼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狀態碼表達類別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一眼判斷成敗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監控可自動告警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善用 HTTP 機制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區塊三：HTTP 狀態碼的藝術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2XX 成功家族：200 讀取成功、201 專用於新建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200 OK：一般請求成功，最常見於 GET 讀取。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201 Created：資源新建成功，POST 的標準回應。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204 No Content：成功但無內容可回，常用於 DELETE。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區分 200 與 201，前端就能明確知道「東西被建立了」。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2XX 家族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062"/>
                <a:gridCol w="1372692"/>
                <a:gridCol w="137269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語意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常見動詞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200 OK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請求成功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 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201 Created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資源已建立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204 No Content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成功無內容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DELETE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區塊三：HTTP 狀態碼的藝術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4XX 客戶端錯誤：400 欄位殘缺、401 未授權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4XX 代表「錯在客戶端」——請求本身有問題。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400 Bad Request：欄位缺漏或格式錯誤。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401 Unauthorized：未登入或 Token 失效。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403 Forbidden 則是「已登入但無權限」，與 401 有別。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4XX 家族（一）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400 Bad Request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欄位殘缺或格式錯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401 Unauthorized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未登入 / Token 失效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403 Forbidden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已登入但無權限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409 Conflict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資源衝突（如重複）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區塊三：HTTP 狀態碼的藝術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4XX 續：404 資源不存在、405 方法不被允許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404 Not Found：請求的資源不存在，如查不到的商品 ID。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405 Method Not Allowed：對該資源用了不支援的動詞。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例如對唯讀資源發送 DELETE，就該回 405。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精準的 4XX 能讓前端立刻對症下藥，而非盲目重試。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4XX 家族（二）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觸發情境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404 Not Found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資源不存在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405 Method N/A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動詞不被支援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415 Media Type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Content-Type 不符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429 Too Many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請求過於頻繁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區塊三：HTTP 狀態碼的藝術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5XX 伺服器錯誤：500 代表後端自己出了問題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5XX 代表「錯在伺服器」——請求沒問題，是後端垮了。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500 Internal Server Error：程式潰決或資料庫斷線。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看到 5XX，該查的是後端日誌，而非請求本身。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503 Service Unavailable 則常見於維護或過載。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5XX 家族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 Server Error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程式或資料庫崩潰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502 Bad Gateway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上游服務回應異常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503 Unavailable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維護中或過載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504 Timeout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上游逾時未回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區塊四：解析 REQUEST_URI 與自製路由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查詢參數規範：過濾、排序、分頁一律放在問號後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REST 精神中，過濾與分頁是對資源的「篩選條件」。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它們不屬於資源本體，因此不該寫進路徑。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正確做法：以 ?key=value 形式附在網址後方。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例如 /products?category=1&amp;page=2，路徑仍純粹是 /products。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篩選條件該放哪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寫進路徑（錯）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/products/cat/1/page/2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路徑語意混亂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難以擴充條件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違反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放問號後（對）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/products?cat=1&amp;page=2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路徑保持純粹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條件可自由組合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符合規範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區塊四：解析 REQUEST_URI 與自製路由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切割陷阱：REQUEST_URI 含問號，直接比對會誤判 404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$_SERVER['REQUEST_URI'] 會包含問號後的參數。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例如 /products?page=2，整串拿去 switch 比對就對不上。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後端因此誤判為「查無此路由」而回傳 404。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解法：先切掉問號後的參數，只留純資源路徑再比對。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原始 URI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/products?page=2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未切割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直接比對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對不上 → 404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區塊四：解析 REQUEST_URI 與自製路由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strtok 安全過濾：只取問號前的資源路徑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api/router.php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$request_uri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'REQUEST_URI'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/api.php/products?page=2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$script_name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'SCRIPT_NAME'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/api.php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strtok 取問號前段；再去掉腳本名與前後斜線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str_replace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$script_name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strtok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$request_uri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'?'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'products'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現在 $resource 乾淨，可安全交給 switch 比對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切割三步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strtok(…, '?')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只取問號前的字串。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str_replace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移除 /api.php 腳本名前綴。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trim(…, '/')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去掉前後多餘斜線。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結果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得到乾淨的資源名 products。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區塊四：解析 REQUEST_URI 與自製路由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頁碼防呆：intval 強制轉型，小於 1 一律校正回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頁碼防呆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前端可能傳來 'abc'、'-5' 或根本沒傳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$_GET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非數字 → 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校正：頁碼至少為 1，杜絕負數與 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$offset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交給 SQL 分頁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防呆重點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intval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把字串強制轉為整數。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惡意輸入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'abc' 會被轉成 0，被下一步攔下。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校正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小於 1 一律拉回 1。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防注入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轉型即杜絕字串攻擊。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區塊四：解析 REQUEST_URI 與自製路由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分頁 API 文件：GET /products?page=2 回傳輕量陣列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端點：GET /api.php/products?page=2。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回應：符合 200 OK 的輕量化 JSON 商品陣列。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文件須寫明每頁筆數、總頁數等分頁中繼資訊。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清楚的 API 文件，讓前端不必猜測就能正確介接。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分頁回應範例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"success"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"total_pages"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"data"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"id"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"..."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區塊五：REST 規範的 api.php 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骨架起手：統一接收 Raw JSON 與請求資訊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api.php（起手）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require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'helpers.php'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sendJsonResponse()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'Content-Type: application/json; charset=UTF-8'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'REQUEST_METHOD'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file_get_contents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'php://input'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json_decode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str_replace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'SCRIPT_NAME'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strtok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'REQUEST_URI'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'?'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目標資源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統一入口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helpers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引入共用回應函數。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$method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本次的 HTTP 動詞。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$body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解析後的請求主體。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$resource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切割後的目標資源名。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區塊五：REST 規範的 api.php 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外層路由：以 switch(resource) 區分目標資料表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外層資源路由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'users'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'資源不存在'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分層設計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外層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先分辨是哪一張資源表。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委派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各資源交給獨立函數處理。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default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未知資源統一回 404。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擴充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新資源只需多加一個 case。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區塊五：REST 規範的 api.php 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內層動詞：以 switch(method) 判定 CRUD 哪一項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內層動詞分派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增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'PUT'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updateProduct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改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'DELETE'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deleteProduct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刪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405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'方法不被允許'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動詞對應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GET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 → listProducts。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POST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新增 → createProduct。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PUT / DELETE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改與刪各自對應。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default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不支援的動詞回 405。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區塊五：REST 規範的 api.php 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http_response_code：回 JSON 的同時設定狀態碼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設定狀態碼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設定狀態碼標頭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'商品名稱為必填'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...寫入資料庫...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新建成功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'商品已建立'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$newProduct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http_response_code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修改回應的 HTTP 狀態碼。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時機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須在任何輸出之前呼叫。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400 / 201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錯誤與成功各給對應碼。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一致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狀態碼與 JSON 內文互相呼應。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區塊五：REST 規範的 api.php 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兜底機制：請求不存在的資源就回標準 404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前端若請求 /monkeys 這種不存在的資源，後端不能沉默。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外層 switch 的 default 分支負責統一兜底。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 404 狀態碼，並附上結構一致的 JSON 說明。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讓所有錯誤路徑都有可預期、可解析的回應。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404 兜底回應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GET /api.php/monkeys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"error"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"資源不存在"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HTTP 404 Not Found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區塊六：CORS 門神攔截與破解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慘紅的 CORS Error：前端 AJAX 被瀏覽器當場攔下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前端呼叫 PHP，主控台跳出紅色的 CORS 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請求其實送達了後端，卻被瀏覽器擋下回應。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這不是後端壞了，而是瀏覽器的安全機制在把關。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 CORS 的本質，才知道該從哪裡下手解決。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AJAX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跨來源請求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同源政策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瀏覽器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CORS 攔截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區塊六：CORS 門神攔截與破解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CORS 的本質：瀏覽器同源政策下的安全防禦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同源政策：預設只允許存取「同網域、同埠、同協定」的資源。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CORS 是一套讓伺服器「明示允許跨來源」的機制。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沒有它，惡意網站就能任意盜用你已登入的 API。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所以 CORS 是保護，不是阻礙——後端只需正確表態即可。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同源的判定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構成要素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須相同才算同源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協定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http / https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domain 名稱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埠號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任一不同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即為跨來源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區塊六：CORS 門神攔截與破解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預檢請求：前端為何先偷偷送一個 OPTIONS？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帶自訂標頭或非簡單方法的請求，瀏覽器會先送一個 OPTIONS。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這個預檢（Preflight）先問後端：「這種請求你允許嗎？」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後端答應了，瀏覽器才送出真正的請求。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若後端沒處理 OPTIONS，預檢失敗，真正請求根本不會發出。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預檢請求流程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先送 OPTIONS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預檢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回允許的方法與標頭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通過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再送真正請求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處理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正常回應資料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區塊六：CORS 門神攔截與破解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終極解法：在 api.php 頂端宣告三大黃金 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api.php（CORS 標頭）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放在 api.php 最頂端，任何輸出之前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"Access-Control-Allow-Origin: *"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"Access-Control-Allow-Methods: GET, POST, PUT, DELETE, OPTIONS"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"Access-Control-Allow-Headers: Content-Type, Authorization, X-Requested-With"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* 代表允許任何來源；正式環境應改為指定網域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三大標頭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Allow-Origin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允許哪些來源存取。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Allow-Methods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允許哪些 HTTP 動詞。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Allow-Headers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允許哪些自訂標頭。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正式環境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Origin 應限定為特定網域。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區塊六：CORS 門神攔截與破解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通關預檢：判定 OPTIONS 就回 200 並提前結束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處理 OPTIONS 預檢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緊接在三大 CORS 標頭之後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'REQUEST_METHOD'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'OPTIONS'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預檢只需成功回應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提前結束，不進入業務邏輯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通過預檢後，才往下執行真正的路由分派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通關要點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判定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方法為 OPTIONS 即是預檢。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回 200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預檢不需資料，成功即可。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提前結束，別跑業務邏輯。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順序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須在路由分派之前處理。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區塊七：REST API 文件撰寫規範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沒有文件的 API 是災難：前後端各自猜測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前端不知道欄位名稱與格式，只能反覆試錯。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後端一改介面，前端毫無預警地就壞掉了。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溝通全靠口頭與訊息，資訊零散且容易失真。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API 文件是前後端的「合約」，白紙黑字才能協作。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缺文件的惡性循環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無文件 → 前端靠猜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後端改動無人知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介接反覆試錯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協作成本高漲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區塊七：REST API 文件撰寫規範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API 文件四要素：端點、方法、參數、回應範例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端點路徑：資源的網址，如 /users。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允許方法：這個端點支援哪些 HTTP 動詞。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請求參數：欄位名稱、型別與範例值。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回應範例：各狀態碼下的 JSON 長什麼樣子。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文件四要素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要素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說明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端點路徑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資源網址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HTTP 方法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支援的動詞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請求參數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欄位與範例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回應範例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各狀態碼 JSON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區塊七：REST API 文件撰寫規範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業界工具：Swagger 與 Postman Collection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Swagger／OpenAPI：以規格檔自動產生互動式文件頁。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Collection：把測試請求整理成可分享的文件集。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兩者都能讓文件與實際測試保持同步，減少落差。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本課程先以 Markdown 手寫，理解要素後再導入工具。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文件工具對比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Swagger / OpenAPI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以規格檔描述 API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自動生成文件頁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可線上試打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業界標準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Postman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整理測試請求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可匯出分享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測試即文件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團隊協作方便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區塊七：REST API 文件撰寫規範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動手寫：POST /users 註冊 API 的 Markdown 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docs/users.md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[Docs]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## POST /users  使用者註冊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### 請求 Body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"email"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"a@mail.com"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"password"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"123456"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"王小明"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### 回應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→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"success"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"data"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"id"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→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"error"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"欄位殘缺"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409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Conflict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→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"error"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"Email 已註冊"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撰寫重點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端點標題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動詞加路徑一目了然。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請求範例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給出可直接複製的 Body。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多狀態碼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成功與各種失敗都要列。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可讀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Markdown 純文字即可維護。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區塊七：REST API 文件撰寫規範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版本控制：為何要在網址加上 /v1/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API 一旦公開，就有既有 App 依賴它的格式運作。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直接改介面會讓舊版 App 全面崩潰。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在網址加 /v1/，改版時另開 /v2/，新舊並存。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讓使用者有時間過渡，是負責任的 API 設計。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版本化網址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[HTTP]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舊版持續服務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v2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新版並行推出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舊 App 不受影響，平順過渡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區塊八：冪等性對資料庫的實體影響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冪等性定義：執行一千次與執行一次，結果完全相同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冪等（Idempotence）：重複執行同一操作，最終狀態不變。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它與「安全」不同：安全是完全不改資料，冪等是可改但重複無害。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在不可靠的行動網路下，冪等讓「安全重試」成為可能。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 API 時，冪等性直接決定了它能不能被放心重試。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安全與冪等的分野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安全 Safe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完全不改資料（GET）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冪等 Idempotent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可改但重複無害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皆非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每次都造成新變化（POST）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區塊八：冪等性對資料庫的實體影響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GET 必須冪等：否則重試會引發重複扣款慘劇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瀏覽器、CDN、重試機制都假設 GET 不會改變資料。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若在 GET 裡偷偷扣款，每次快取或重試都可能重扣一次。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這類「隱藏副作用」是極其危險的設計錯誤。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鐵律：任何會改變資料的操作，都不可以用 GET。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GET 藏扣款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被重試 3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災難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資料庫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扣了 3 次款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區塊八：冪等性對資料庫的實體影響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 非冪等：點三次送出，就長出三筆訂單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每次呼叫都新建一筆，本質上就非冪等。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使用者連點送出，資料庫就確實多出重複訂單。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這正是第 2 週防連點、以及後端冪等鍵設計的動機。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 POST，前端要防連點，後端要能辨識重複請求。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POST 非冪等的後果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使用者連點送出三次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三個 POST 請求送達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各新增一筆訂單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資料庫出現三筆重複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區塊八：冪等性對資料庫的實體影響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PUT 與 DELETE 冪等：重複執行狀態依然一致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PUT 以完整資料覆蓋，覆蓋幾次結果都一樣。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DELETE 刪一個不存在的 ID，狀態仍是「該資料不存在」。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因此網路不穩時，PUT 與 DELETE 可以安全重試。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冪等性讓客戶端不必擔心「到底成功了沒」而重複送。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冪等性對照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重複執行的結果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覆蓋為同一份資料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DELETE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資源始終不存在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冪等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可安全重試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每次都新增（非冪等）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區塊八：冪等性對資料庫的實體影響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四大動詞矩陣：安全性、冪等性、資料庫異動一次看清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把四個動詞的三項特性整理成一張矩陣。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安全＝不改資料；冪等＝重複無害；異動＝是否寫資料庫。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這張表是設計 RESTful API 時最實用的速查卡。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選錯動詞，往往就是各種重複與副作用災難的根源。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動詞特性矩陣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176"/>
                <a:gridCol w="1014423"/>
                <a:gridCol w="1014423"/>
                <a:gridCol w="101442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動詞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安全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冪等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異動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DELETE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區塊九：路由切割與 405 狀態碼排查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錯誤一：多一條或少一條斜線，切出空字串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網址結尾多寫或少寫斜線，str_replace 的結果就會偏差。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切出來的資源名可能變成空字串或帶著殘餘斜線。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於是明明存在的資源，卻莫名其妙比對不到而回 404。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trim 統一去除前後斜線，是最穩健的防禦。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斜線防禦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/products/  → 'products/'（殘斜線）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trim 統一清乾淨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'products'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區塊九：路由切割與 405 狀態碼排查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除錯技巧：error_log 印出切出的資源名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路由除錯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trim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$path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不污染 JSON 輸出，偷偷把切割結果寫進日誌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"Resource: ["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"]"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在 Apache error.log 動態監看，即可確認切得對不對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方括號可清楚看出前後是否夾帶空白或斜線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error_log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寫日誌而不影響回應。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方括號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包住變數可看出多餘空白。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動態監看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 tail 即時觀察。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定位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切割一錯，路由全盤皆錯。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區塊九：路由切割與 405 狀態碼排查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錯誤二：前端送 PUT，後端卻回 405 的回溯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前端送出 PUT 想更新，後端卻回 405 Method Not Allowed。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多半是內層 switch 沒有為該資源處理 PUT 分支。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405 是後端的防呆在說：「這個資源不支援這個動詞。」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回溯順序：先確認資源切對，再確認動詞分支是否存在。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405 回溯路徑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前端送 PUT 請求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後端無 PUT 分支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落入 default → 405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補上 PUT 分支即解決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區塊九：路由切割與 405 狀態碼排查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Postman 逐一驗證各動詞的防禦力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可自由切換動詞，對同一網址輪流送出。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驗證合法動詞回正確結果，非法動詞回 405。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也要測不存在的資源是否確實回 404。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逐一測過，才敢說路由中心的防禦是完整的。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動詞防禦驗證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425"/>
                <a:gridCol w="2042021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測試請求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期望狀態碼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 /products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201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HEAD /products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/monkeys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404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區塊九：路由切割與 405 狀態碼排查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為未來十張表預留：路由中心可無痛擴充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外層 switch 只要新增 case，即可掛上新的資源。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內層動詞分派與回應格式全部沿用，不必重寫。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products、users、orders……十張表共用同一套骨架。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良好的路由設計，讓後續每張表的接入都是複製貼上的工。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可擴充的路由中心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api.php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統一入口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切割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switch 資源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products / users ...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分派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switch 動詞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CRUD 分派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執行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十表 CRUD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區塊十：本週小結與期中專案熱身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實驗指派：完成 api.php 骨架並通過 CORS 預檢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每位學生完成大一統 api.php 的路由骨架。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須正確處理三大 CORS 標頭與 OPTIONS 預檢。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至少支援 products 資源的四個動詞分派。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Postman 驗證各動詞與預檢皆回應正確。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實驗檢核表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URI 切割出乾淨資源名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外層資源 + 內層動詞分派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三大 CORS 標頭到位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OPTIONS 預檢回 200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區塊十：本週小結與期中專案熱身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現場抽查：發送非法路徑，驗證標準 404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Postman 對不存在的資源發送請求。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後端必須回傳 404 狀態碼與結構一致的 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驗收重點：錯誤回應也要「可被前端解析」。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沉默、白畫面或非 JSON 回應，皆不合格。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抽查合格標準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非法路徑回 HTTP 404。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回應為合法 JSON，非白畫面。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JSON 含 status 與 message 欄位。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合法路徑與動詞回應正常。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區塊十：本週小結與期中專案熱身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期中專案查核：各組 API 規格書完成初稿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各分組須提出期中專案的 API 規格書草案。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涵蓋主要資源的端點、動詞與回應格式。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規格書即前後端的合約，先寫清楚再動手實作。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教師逐組審閱，確認設計符合 REST 規範。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規格書內容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資源清單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列出所有端點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動詞規劃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各端點支援的 CRUD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回應格式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統一 JSON 與狀態碼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前後端依規格並行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區塊十：本週小結與期中專案熱身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本週小結：符合國際標準的 REST 路由中心完工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掌握 REST 哲學：資源為名詞、操作為動詞。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能正確使用狀態碼，並自製 URI 路由分派器。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破解了 CORS 與 OPTIONS 預檢，前後端得以順利對話。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路由中心已就緒，只差接上真正的資料庫。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已就緒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已通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REST 路由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本週完工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W8 連線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下週以 PDO 接上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W7: RESTful API 設計原則（PHP 實作）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區塊十：本週小結與期中專案熱身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下週預告：大合體，以 PDO 驅動真正的資料庫 CRUD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把本週的虛擬路由，接上真正的 MariaDB 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PDO 建立連線，並用參數化查詢防止 SQL 注入。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讓每個動詞真正執行對應的 SELECT／INSERT／UPDATE／DELETE。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三層架構的最後大合體，就在第 8 週正式完成。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8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PDO 連線 MariaDB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參數化查詢防注入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四動詞對應 CRUD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路由真正驅動資料庫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