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05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5 週：行動端本地儲存與暫存快取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核心命題：斷網不是例外，而是必須先處理的預設狀態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201 ~ 250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技術主軸：AsyncStorage · 離線優先 · TTL 快取 ·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區塊一：離線優先應用的設計思維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行動網路天生不可靠：隧道、地下室、電梯都是斷網現場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移動中的裝置隨時可能失去訊號，斷網是常態而非意外。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把「有網路」當預設，App 一進隧道就整個癱瘓。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正確心態：先問「沒網路時這個功能還能用嗎？」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離線能力不是加分項，而是行動應用的基本盤。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兩種設計心態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連線優先（脆弱）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假設網路永遠正常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斷網即白畫面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每次互動都等伺服器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體感時快時慢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離線優先（穩健）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假設網路隨時會斷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斷網仍可操作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先讀本機再同步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體感一致流暢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區塊一：離線優先應用的設計思維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離線優先的定義：先讀寫本機，再於背景與雲端同步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所有讀寫先落在本地儲存，畫面立即得到回應。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背景程序再擇機把本地變更同步到遠端 MariaDB。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使用者感受到的是「秒回」，網路慢或斷都不影響操作。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雲端資料庫仍是唯一真相，本地只是它的快取與緩衝。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離線優先的流程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使用者操作 → 立即寫本機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畫面即時反映結果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背景偵測到網路可用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批次同步至雲端資料庫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區塊一：離線優先應用的設計思維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本地快取的實質效益：省電、省流量、也省使用者的耐心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每次喚醒無線模組（Radio）都耗電，減少請求就是延長續航。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重複的資料改讀本機，直接節省行動網路的流量費用。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本地讀取以毫秒計，遠快於一次動輒數百毫秒的網路往返。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三者疊加，換來的是使用者願意持續使用的順暢體驗。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快取效益對照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200"/>
                <a:gridCol w="1668623"/>
                <a:gridCol w="166862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面向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全靠網路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善用快取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耗電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頻繁喚醒 Radio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大幅降低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流量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重複下載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只抓新資料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延遲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數百毫秒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毫秒級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斷網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無法使用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照常運作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區塊一：離線優先應用的設計思維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業界典範：Spotify 離線歌單與電商離線購物車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Spotify 把歌單與音檔快取到本機，飛航模式也能播放。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電商 App 讓你在無網路時照樣瀏覽並加入購物車。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共通點：先把資料備在本地，連線後才與雲端對齊。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本週要打造的離線購物車，正是這套架構的縮小版。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離線應用的三層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本地儲存層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AsyncStorage：斷網也讀得到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同步層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連線後批次上傳與下載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雲端資料層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MariaDB：唯一真相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區塊二：AsyncStorage 技術本質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AsyncStorage 是什麼：非同步、持久化的全域鍵值倉庫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鍵值（Key-Value）：以字串鍵存取字串值，結構極簡。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持久化：資料寫入手機硬碟，關閉 App 甚至重開機都還在。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全域：整個 App 共用同一份儲存，任何組件都能存取。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非同步：所有操作回傳 Promise，不會卡住畫面。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AsyncStorage 四大特性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Key-Value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以字串鍵對應字串值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300984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Persistent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寫入硬碟，重開仍在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242816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Global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全 App 共用一份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5704" y="5184648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Asynchronous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回傳 Promise，不阻塞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區塊二：AsyncStorage 技術本質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底層真相：Android 封裝 SQLite，iOS 封裝 Property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同一套 JavaScript API，底層在兩個平台有不同實作。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Android 端以 SQLite 資料庫承載鍵值資料。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iOS 端則寫入純文字的 Property List 檔案。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你不需要關心底層，但理解它有助於解釋容量與效能限制。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跨平台底層對照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平台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底層實作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Android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SQLite 資料庫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iOS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Property List 檔案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共同 API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統一的 JS 介面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開發者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無須感知差異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區塊二：AsyncStorage 技術本質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6MB 的天花板：它只該放 Token 與設定，別放海量圖片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AsyncStorage 預設上限約 6MB，塞爆後寫入將直接失敗。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適合存放 Token、使用者設定、輕量購物車這類小資料。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商品圖、影片等大型二進位檔，應交給檔案系統或快取庫。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選型準則：把它當「小抽屜」，不是「倉庫」。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6MB 內的取捨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適合存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登入 Token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使用者偏好設定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輕量購物車 JSON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上次瀏覽的分類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不該存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商品圖片檔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影片與音檔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大量商品清單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明文密碼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區塊二：AsyncStorage 技術本質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為何堅持非同步：讀硬碟若阻塞主執行緒，畫面就凍結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讀寫硬碟相對緩慢，若同步執行會卡住負責畫面的主執行緒。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主執行緒一被卡住，畫面就凍結、手勢也沒有反應。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非同步讓讀寫在背景進行，畫面依舊流暢可互動。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代價是所有呼叫都回傳 Promise，必須以 await 等待結果。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同步 vs 非同步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同步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主執行緒等待硬碟 → 畫面凍結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改為非同步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非同步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背景讀寫 → 畫面持續流暢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代價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需以 await 處理 Promise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區塊二：AsyncStorage 技術本質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安裝官方套件：一行指令，外加原生連結排查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Terminal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安裝官方維護的 AsyncStorage 套件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npm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install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@react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native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storage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Expo 專案改用（會自動處理原生連結）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npx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expo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install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@react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native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storage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純 RN CLI：iOS 需額外安裝 CocoaPods 相依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ios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install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安裝要點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官方套件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核心早已從 RN 主套件移出。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Expo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 expo install 版本才會相容。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pod install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CLI 專案 iOS 端的必要步驟。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排查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裝完務必重啟打包器並重建 App。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區塊三：核心 API 與字串化操作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寫入資料：setItem 把一個字串值存進指定的鍵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storage/saveToken.js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'@react-native-async-storage/async-storage'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setItem(鍵, 值) 回傳 Promise，須以 await 等待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saveToken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'已寫入 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'寫入失敗：'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鍵與值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兩者都必須是字串型別。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await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確保寫入完成後才往下執行。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try/catch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硬碟已滿等狀況會拋出例外。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覆寫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同一個鍵再寫入會直接覆蓋舊值。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區塊三：核心 API 與字串化操作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讀取資料：getItem 回傳 Promise，查無資料則得 null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storage/loadToken.js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loadToken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'讀到 Token：'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從未寫入過該鍵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'讀取失敗：'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回傳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成功得到字串，查無則得 null。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null 檢查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務必判斷，否則後續解析會出錯。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await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少了它拿到的是 Promise 而非值。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型別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取回永遠是字串，需要時再轉型。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區塊三：核心 API 與字串化操作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致命限制：AsyncStorage 只認字串，物件塞不進去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它的值只能是字串，直接存物件或陣列會得到錯誤的結果。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把物件硬存進去，往往變成無意義的 [object Object]。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這是初學者最常踩的坑，症狀是讀回來的資料全毀。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解法是先把物件轉成字串——正是下一頁的序列化技巧。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錯誤示範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錯誤：物件被強制轉成無意義字串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讀回來變成 "[object Object]"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區塊三：核心 API 與字串化操作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標準解法：stringify 存、parse 讀，物件安全往返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storage/objectIO.js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寫入：先序列化為 JSON 字串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'王小明'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'customer'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讀取：再反序列化還原為物件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obj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parse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obj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'王小明'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序列化往返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stringify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物件 → JSON 字串後才能存。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2939796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2939796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049524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parse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字串 → 物件才能操作屬性。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3685032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3685032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3794760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null 先判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 null 呼叫 parse 會直接崩潰。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4430268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4430268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4539996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對稱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存讀成對，格式才不會錯亂。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⚡ 效能警告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大型物件反覆序列化有成本，只在必要時寫入。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區塊三：核心 API 與字串化操作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刪除與清空：removeItem 精準移除，clear 全數抹除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storage/remove.js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移除單一鍵（如登出時清掉 Token）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removeItem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清空整個 App 的本地儲存（極危險，慎用）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較安全的做法：只移除自己要清的幾個鍵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multiRemove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安全規範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removeItem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只刪指定鍵，最常用。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clear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連別的功能存的資料一起清掉。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multiRemove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一次清多個鍵且範圍可控。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建議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正式功能避免直接呼叫 clear()。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區塊四：登入狀態的保留邏輯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需求：登入過一次，下次開 App 就不該再跳登入表單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使用者登入成功後，把身分憑證寫入本地儲存。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下次啟動時先檢查本地是否已有憑證，有就直接進主頁。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這就是所有 App「記住我」功能背後的基本原理。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登出則反向操作：清除憑證並打回登入頁。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Session 保留邏輯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登入成功 → 寫入憑證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下次啟動 → 讀取憑證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有憑證 → 直接進主頁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登出 → 清除憑證回登入頁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區塊四：登入狀態的保留邏輯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啟動時序：根組件 useEffect 檢查本地是否已有 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7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 啟動時，根組件的 useEffect 在首次渲染後觸發。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7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在其中非同步讀取本地憑證，期間先顯示閃屏（Splash）。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7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讀取完成後，依有無憑證決定顯示主頁或登入頁。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7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整段檢查在使用者無感中完成，只看到閃屏後直接進對的畫面。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33087"/>
            <a:ext cx="10820095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133087"/>
            <a:ext cx="54864" cy="2011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31596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啟動檢查時序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736592"/>
            <a:ext cx="1866061" cy="113385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App 啟動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顯示閃屏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44469" y="521208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9605" y="4901183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首次渲染後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725" y="4736592"/>
            <a:ext cx="1866061" cy="113385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useEffect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讀取本地憑證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70651" y="521208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5787" y="4901183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await 讀取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5907" y="4736592"/>
            <a:ext cx="1866061" cy="113385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判斷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有 / 無憑證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96833" y="521208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1969" y="4901183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依結果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2089" y="4736592"/>
            <a:ext cx="1866061" cy="113385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路由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主頁 or 登入頁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區塊四：登入狀態的保留邏輯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封裝兩個函數：saveUserSession 與 loadUserSession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storage/session.js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saveUserSession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loadUserSession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parse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clearUserSession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removeItem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封裝好處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單一鍵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以常數集中管理，避免拼錯。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三函數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存、讀、清職責分明。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序列化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存讀皆自動處理 JSON 轉換。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可重用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任何畫面都直接呼叫這三個。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區塊四：登入狀態的保留邏輯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以 State 切換路由：閃屏結束後自動跳轉主頁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undefined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undefined = 檢查中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useEffect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loadUserSession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then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讀完寫入狀態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undefined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&lt;SplashScreen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檢查中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&lt;HomeScreen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onLogout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&lt;LoginScreen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onLogin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三態設計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undefined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尚在讀取，顯示閃屏。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物件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已登入，顯示主頁。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null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未登入，顯示登入頁。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關鍵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以三種狀態明確區分「檢查中」。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區塊四：登入狀態的保留邏輯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登出：清除本地憑證，並把路由安全打回登入頁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components/LogoutButton.js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handleLogout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clearUserSession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先清本地憑證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再把狀態設為未登入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&lt;TouchableOpacity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onPress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handleLogout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登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出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TouchableOpacity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登出要點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先清後切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先移除本地，再更新狀態。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2939796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2939796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049524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順序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反過來可能出現殘留憑證的空窗。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3685032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3685032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3794760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安全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確保下次啟動不會誤判為已登入。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4430268"/>
            <a:ext cx="3604153" cy="617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4430268"/>
            <a:ext cx="45720" cy="6172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4539996"/>
            <a:ext cx="323839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延伸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可一併呼叫後端使 Token 失效。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1741" y="5184648"/>
            <a:ext cx="3604153" cy="960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1197" y="5367528"/>
            <a:ext cx="316524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⚡ 效能警告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登出務必清除敏感資料，不留在本機。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區塊五：記憶體與硬碟雙層快取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雙層快取：State 是快取的一線，AsyncStorage 是後盾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第一層 React State（記憶體）：存取最快，但 App 一關就消失。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第二層 AsyncStorage（硬碟）：稍慢，但能持久保存。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兩層搭配：跑起來靠記憶體，跨啟動靠硬碟。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這正是行動端最常見的快取分工模式。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快取的三個層級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第一層：React State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記憶體 · 最快 · 關閉即失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第二層：AsyncStorage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硬碟 · 較慢 · 持久保存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雲端：MariaDB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唯一真相 · 需連線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區塊五：記憶體與硬碟雙層快取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讀取一律走 State：UI 只跟記憶體要資料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 運行期間，所有 UI 組件一律直接向 React State 索取資料。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不讓畫面每次都去讀硬碟，避免不必要的非同步延遲。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State 是「當前這一輪」資料的權威來源。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硬碟只在啟動載入與狀態變更寫回時參與，不參與每次渲染。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讀取路徑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啟動時從硬碟載入到 State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UI 全程只讀 State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渲染因此快速且同步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硬碟不介入每次畫面更新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區塊五：記憶體與硬碟雙層快取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寫入自動落盤：useEffect 監看 State，變了就同步到硬碟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hooks/usePersistCart.js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setCart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只要 cart 一改變，就自動寫回硬碟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useEffect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'cart'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UI 只需更新 State，落盤由上面的 Effect 自動完成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setCart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自動同步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依賴陣列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[cart] 讓 Effect 只在 cart 變時執行。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職責分離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UI 改 State，Effect 負責落盤。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好處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寫入邏輯集中一處，不散落各按鈕。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注意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初次掛載也會觸發一次寫入。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區塊五：記憶體與硬碟雙層快取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一致性難題：雲端價格已改，本地快取怎麼知道自己過期了？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管理員在後台改了商品價格，本地快取卻仍是舊價。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快取最大的風險，就是「你以為是對的，其實已經過期」。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本地無從得知遠端何時變動，只能靠策略主動判斷過期。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最實用的策略是為快取加上存活時間——下一頁的 TTL。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767328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本地快取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顯示舊價 1290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36168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405079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不一致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767328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雲端 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已改為 1190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區塊五：記憶體與硬碟雙層快取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TTL 快取過期：存入時間戳，超過一小時就強制重抓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cache/loadWithTTL.js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TTL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60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60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存活時間：1 小時（毫秒）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loadWithTTL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savedAt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parse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now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savedAt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TTL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未過期，用快取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fresh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過期，重新抓取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savedAt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now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fresh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fresh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TTL 策略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savedAt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連同資料一起存下寫入時間。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比對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現在時間減寫入時間，未逾時就用快取。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過期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超過 TTL 就呼叫 fetcher 重新抓。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權衡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TTL 越短越新鮮，但請求越頻繁。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區塊六：跨裝置同步的購物車暫存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離線加入購物車：沒網路時，商品先暫存在手機本地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使用者在無網路時點「加入購物車」，操作不能失敗。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把商品先寫進本地購物車，畫面立即顯示已加入。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同步的事留給恢復連線後的背景程序處理。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使用者完全不必知道自己當下是否有網路。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離線加入流程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點擊加入購物車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寫入本地購物車陣列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畫面立即更新數量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連線後再同步至雲端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區塊六：跨裝置同步的購物車暫存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設計本地購物車結構：product_id、quantity 與加入時間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本地購物車資料結構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[JSON]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本地購物車：一個物件陣列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"product_id"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"quantity"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"added_time"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1720000000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"product_id"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"quantity"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"added_time"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1720000500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以 JSON 字串形式存入 AsyncStorage 的 'cart' 鍵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'cart'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欄位設計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product_id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只存編號，不存整份商品資料。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quantity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同商品再加入時遞增此值。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added_time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供排序與後續同步比對。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陣列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整包序列化為字串後存入。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區塊六：跨裝置同步的購物車暫存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加入邏輯：已存在就數量加一，否則新增一筆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cart/addToLocalCart.js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addToLocalCart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'cart'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parse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found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find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found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found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已存在 → 數量加一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push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不存在 → 新增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added_time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now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'cart'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邏輯四步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讀取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取回現有陣列，無則以空陣列起步。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查找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find 判斷商品是否已在車內。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更新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存在加數量，否則 push 新項目。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回寫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序列化後整包寫回硬碟。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區塊六：跨裝置同步的購物車暫存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恢復連線的合併：把本地暫存批次追加到雲端購物車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偵測到網路恢復，讀出本地購物車的所有暫存項目。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以一次 AJAX 批次請求，把它們追加到遠端 MariaDB 的購物車表。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後端以「同人同商品」為鍵合併數量，避免產生重複列。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同步成功後清除本地暫存，讓雲端重新成為唯一真相。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連線後的合併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偵測網路恢復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讀出本地暫存項目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AJAX 批次上傳後端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合併成功 → 清本地暫存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區塊六：跨裝置同步的購物車暫存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全局流程圖：從離線加入到聯網同步的資料流轉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0820095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38528"/>
            <a:ext cx="54864" cy="2194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121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離線購物車的資料狀態流轉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離線加入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寫本地陣列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44469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9605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立即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725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AsyncStorage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暫存待同步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70651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5787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待命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5907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網路恢復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批次上傳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96833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1969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AJAX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2089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合併入雲端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70248"/>
            <a:ext cx="1082009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全程使用者只感受到「加入成功」，同步細節完全隱藏於背景。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雲端合併完成後，跨裝置就能看到一致的購物車內容。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區塊七：本地儲存的安全與隱私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明文危機：AsyncStorage 裡的資料是毫無加密的純文字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AsyncStorage 的內容以明文儲存在裝置上，本身不做任何加密。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在一般情況下其他 App 讀不到，但這並不等於「安全」。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一旦裝置被越獄或 Root，這些明文就門戶大開。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因此「存什麼進去」必須經過嚴格的安全判斷。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明文儲存的風險層級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儲存形式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明文，無加密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正常情況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他 App 無法存取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越獄 / Root 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明文完全曝光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區塊七：本地儲存的安全與隱私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漏洞演示：Root 後的手機能直接讀出所有機密字串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越獄（iOS）或 Root（Android）可解除系統的沙盒隔離。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攻擊者即可進入 App 的資料目錄，直接開啟儲存檔案。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若裡面存了明文密碼或卡號，等於拱手奉上。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假設「裝置終會落入他人之手」，才是安全的思考起點。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攻擊路徑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裝置被越獄 / Root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沙盒隔離失效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進入 App 資料目錄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明文機密全數外洩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區塊七：本地儲存的安全與隱私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鐵則：明文密碼、信用卡號、財務餘額絕不放進 AsyncStorage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明文密碼：一旦外洩，使用者在其他網站的帳號也一併淪陷。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信用卡號：屬高度敏感的金融資料，絕不落地於本機。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財務餘額等關鍵數字：一律以雲端為準，不在本地留存。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本地只該放「就算被看到也不致命」的資料。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存放紅線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可以存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身分 Token（可撤銷）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使用者暱稱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介面偏好設定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離線購物車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絕不能存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明文密碼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信用卡號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財務餘額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身分證號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區塊七：本地儲存的安全與隱私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進階方案：Encrypted Storage 與 Keychain / Keystore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必須在本地存放敏感資料時，改用加密儲存方案。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Encrypted Storage 在寫入前先加密，讀取時才解密。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底層由 iOS Keychain 與 Android Keystore 保管金鑰。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金鑰受作業系統硬體級保護，遠比明文檔案安全。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儲存方案分級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/>
                <a:gridCol w="245042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方案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定位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AsyncStorage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一般非敏感資料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Encrypted Storage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加密後的敏感資料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iOS Keychain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系統級金鑰保管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Android Keystore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系統級金鑰保管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區塊七：本地儲存的安全與隱私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存 Token 而非帳密：可撤銷、有期限，外洩傷害最小化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本地保存的應是後端核發的身分 Token，而非帳號密碼。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Token 有期限、可由伺服器隨時撤銷，帳密則無法。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萬一 Token 外洩，讓它失效即可，使用者密碼始終安全。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這是「最小化外洩傷害」的核心設計思維。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憑證選擇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存帳號密碼（危險）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長期有效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無法遠端撤銷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外洩即全面淪陷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可能連累他站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存身分 Token（穩健）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有期限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可隨時撤銷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外洩傷害有限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密碼始終不落地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區塊八：高階狀態管理與自動持久化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手動 setItem 的疲勞：專案一大，落盤程式碼碎滿全場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每個要持久化的資料都手寫一次 setItem，重複又易漏。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某處忘了寫回，就出現「畫面有、重開就不見」的詭異 Bug。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落盤邏輯散落各處，日後極難維護與追查。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規模一大，就需要自動化的持久化機制來收斂。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手動持久化的困境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每個狀態各自手寫 setItem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程式碼重複且分散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某處漏寫 → 資料不落盤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維護與除錯成本飆升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區塊八：高階狀態管理與自動持久化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自動持久化：Redux Persist 與 Zustand Persist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這類套件把「狀態變更」自動同步到 AsyncStorage。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只需宣告哪些狀態要持久化，其餘完全交給套件。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啟動時也會自動從硬碟還原狀態（rehydrate）。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開發者不再手寫任何一行 setItem。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自動持久化流程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宣告持久化範圍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指定要落盤的狀態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狀態變更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套件自動攔截並寫入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App 重啟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自動從硬碟還原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區塊八：高階狀態管理與自動持久化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中間件攔截：全站狀態變更自動落盤，零手寫程式碼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中間件（Middleware）夾在狀態變更的必經路徑上。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每次狀態更新它都自動攔截，並寫回 AsyncStorage。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業務程式碼只管改狀態，落盤完全無感發生。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這是把「橫切關注點」交給框架處理的典型範例。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中間件自動落盤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狀態變更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dispatch / set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觸發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Persist 中間件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自動攔截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寫入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AsyncStorage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自動落盤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區塊八：高階狀態管理與自動持久化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效能優化：以 Debounce 抑制短時間內的頻繁寫入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使用者快速連續操作時，狀態可能每秒變動數十次。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每次都立刻落盤，會造成大量非同步寫入而拖累效能。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Debounce：等變動停歇一小段時間後，才寫入最後結果。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以少量的延遲，換取顯著更少的硬碟寫入次數。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debounce 寫入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停止變動 500ms 後才真正寫入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save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debounce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區塊八：高階狀態管理與自動持久化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快照概念：還原 App 離線前的最後一個操作視窗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快照（Snapshot）是某一時刻完整狀態的存檔。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 意外關閉或斷線時，最後一份快照即成為復原點。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重新開啟時載入快照，使用者彷彿從未離開。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自動持久化本質上就是在持續維護最新的快照。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快照復原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持續保存最新狀態快照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 意外關閉或斷線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重啟時載入最後快照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回到離線前的操作視窗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區塊九：AsyncStorage 除錯與非同步陷阱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陷阱一：忘了 await，拿到的是 Promise 而非字串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await 陷阱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錯誤：少了 await，token 是一個 Promise &lt;Pending&gt;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Promise，不是字串！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正確：以 await 等待非同步結果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真正的字串值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排查要點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症狀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印出 Promise 或後續判斷全失準。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成因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非同步呼叫未加 await。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修正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 AsyncStorage 呼叫前補 await。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前提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await 只能用在 async 函數內。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區塊九：AsyncStorage 除錯與非同步陷阱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陷阱二：JSON.parse(null) 直接讓 App 閃退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null 防禦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危險：鍵不存在時 getItem 回傳 null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parse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raw 為 null 時直接崩潰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安全：先判斷 null 再解析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parse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防禦寫法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成因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從未寫入的鍵回傳 null。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崩潰點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JSON.parse 無法解析 null。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修正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解析前一律加上 null 判斷。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習慣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封裝讀取函數統一處理此判斷。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區塊九：AsyncStorage 除錯與非同步陷阱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陷阱三：硬碟被塞滿時的磁碟溢位例外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當 Android 裝置儲存空間耗盡，setItem 會拋出寫入例外。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若未捕捉，這個例外可能讓整個操作流程中斷。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所有寫入都應包在 try/catch 中，優雅地處理失敗。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並提示使用者清理空間，而非讓 App 無聲地失敗。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寫入例外處理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'儲存失敗'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'裝置空間可能已滿'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區塊九：AsyncStorage 除錯與非同步陷阱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除錯密技：一行印出目前本機儲存的所有鍵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debug/dumpStorage.js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列出目前所有的鍵，快速確認到底存了什麼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getAllKeys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['userToken', 'user', 'cart', ...]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進一步一次取出多個鍵的內容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entries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multiGet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entries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'='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除錯用途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getAllKeys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看清楚本機究竟存了哪些鍵。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multiGet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一次取回多鍵，方便整體檢視。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時機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資料異常時第一個該印的東西。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清理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配合 multiRemove 清掉測試殘留。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區塊九：AsyncStorage 除錯與非同步陷阱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批次讀寫：multiGet 與 multiSet 一次搞定多個鍵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storage/batch.js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一次寫入多個鍵，比逐一 setItem 更有效率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multiSet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'lastSync'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一次讀回多個鍵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AsyncStorage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multiGet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'userToken'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批次優勢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multiSet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多鍵一次寫入，減少往返。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multiGet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多鍵一次讀回，效率更佳。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格式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皆以 [鍵, 值] 陣列成對操作。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適用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啟動時一次載入多項設定最實用。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區塊十：課堂實驗與第一階段總複習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實驗驗證：重開模擬器，App 自動跳過登入直進主頁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先登入一次，確認憑證已寫入 AsyncStorage。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完全關閉並重開模擬器，App 不應再出現登入表單。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驗收點：讀取本地憑證成功後自動跳轉主頁。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再測登出，確認清除憑證後會正確回到登入頁。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本週實驗檢核表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登入後憑證寫入本地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重開 App 跳過登入頁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閃屏後自動進主頁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登出後正確回登入頁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區塊十：課堂實驗與第一階段總複習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第一階段統整：前端、後端、本機快取三塊到位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前端：React Native 表單、狀態管理與離線儲存皆已就緒。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後端：MariaDB 十張關聯表完整建置，結構正確。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本機：AsyncStorage 快取與離線購物車機制完成。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三塊各自完備，就等第二階段的 PHP API 把它們串成一體。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 RN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表單 + 快取就緒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待接上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第二階段登場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待接上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十表就緒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區塊十：課堂實驗與第一階段總複習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隨堂互評：檢查對方的離線快取防呆是否確實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兩兩互測，重點檢查非同步與 null 的防禦是否到位。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刻意在斷網下操作，觀察對方 App 是否仍能正常運作。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檢查敏感資料有沒有誤存進明文的 AsyncStorage。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以檢核表逐項打勾，發現問題當場記錄並回饋。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互評檢核重點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所有 AsyncStorage 呼叫都有 await。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JSON.parse 前都有 null 防禦。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敏感資料未以明文存入本機。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斷網時加入購物車仍可正常運作。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區塊十：課堂實驗與第一階段總複習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本週小結：行動前端的本地數據處理正式封頂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從離線優先的思維，走到 AsyncStorage 的完整實戰。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掌握了序列化、Session 保留、雙層快取與 TTL 過期。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也建立了本地儲存的安全紅線與除錯能力。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行動前端的資料處理至此完備，準備跨入邏輯層。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本週能力盤點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核心 API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setItem / getItem / 序列化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快取策略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雙層快取 + TTL 過期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安全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Token 而非帳密、加密儲存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W5: 行動端本地儲存與暫存快取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區塊十：課堂實驗與第一階段總複習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下週預告：第二階段啟動，撰寫 PHP 接收手機請求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視角移到中間層：撰寫伺服器端的 PHP 程式碼。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 PHP 接收手機送來的請求，並以 JSON 回應。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正式把前端、API 與 MariaDB 三層第一次串接起來。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三層架構的最後一塊拼圖，即將在第 6 週補上。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第 6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基礎語法與請求接收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PDO 連線 MariaDB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查詢結果組裝為 JSON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 fetch 串接後端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