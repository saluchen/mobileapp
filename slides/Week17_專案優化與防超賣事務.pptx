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17  /  50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17 週：系統健壯性鍛造與防超賣事務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核心命題：永遠不要相信前端傳來的任何一個數字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全域第 801 ~ 850 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技術主軸：FOR UPDATE · 重新計價 · 錯誤邊界 · 壓力測試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區塊一：極端邊界測試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健壯性：使用者亂搞，系統依然穩如磐石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健壯性（Robustness）是系統面對異常時的穩定度。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當使用者做出不合常理、甚至惡意的操作……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系統依然穩如磐石，不崩潰、不出錯。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能跑是基本，禁得起亂搞才是專業。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健壯性的差異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脆弱系統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只測正常路徑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遇異常即崩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被惡意擊穿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上線出事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健壯系統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設想極端輸入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異常仍穩定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防禦到位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禁得起考驗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區塊一：極端邊界測試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最脆弱處：結帳扣款與庫存異動的臨界點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電商系統最脆弱的，是結帳扣款與庫存異動。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這裡牽涉金錢與數量，錯一點就是實質損失。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也是攻擊者最想擊穿的臨界點。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本週的防禦，主要圍繞這兩個關鍵環節。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最脆弱的環節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結帳扣款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牽涉金錢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庫存異動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牽涉數量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臨界點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攻擊目標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區塊一：極端邊界測試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攻擊思維：購物車送出負數的購買數量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攻擊者用工具在購物車送出負數數量，如 -5 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若後端天真地照單全收，金額計算就被擊穿。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負數 × 單價 = 負金額，可能變成「買越多退越多」。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這類惡意輸入，前端擋不住，只能靠後端。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送出 -5 件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惡意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擊穿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天真後端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算出負金額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區塊一：極端邊界測試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防禦法則：永遠不要相信前端的資料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這是本課程一以貫之、也是最重要的一條法則。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前端送來的任何數值，後端都必須重新驗證。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後端必須架起嚴厲的邊界審查線。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把每一個輸入，都當成可能是惡意的來設防。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後端審查清單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數量必須為正整數。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金額由後端重算，不信前端。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商品 ID 必須真實存在。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所有輸入強制型別檢查。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區塊二：商品超賣現象剖析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悲劇場景：限量球鞋只剩最後 1 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某限量公仔球鞋，庫存表中只剩最後 1 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這是併發衝突最經典的舞台。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當多人同時搶購時，問題就浮現了。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接下來看兩位顧客如何撞在一起。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限量商品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庫存 = 1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最後一件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多人搶購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衝突舞台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區塊二：商品超賣現象剖析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兩位考驗：A 與 B 同一秒按下結帳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顧客 A 與顧客 B 在同一秒，同時按下確認結帳。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兩個請求幾乎同時抵達後端。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各自的 PHP 腳本並行執行，互不知情。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問題就出在它們「同時查了庫存」。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併發結帳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 按下結帳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B 同時按下結帳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兩請求並行抵達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各自查庫存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區塊二：商品超賣現象剖析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非隔離漏洞：兩腳本都查到剩 1，都放行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腳本 A 查庫存，發現剩 1，判定可以結帳。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與此同時，腳本 B 也查到剩 1，也判定可以。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兩者都以為自己搶到了那最後一件。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普通的 SELECT 無法阻止這種同時讀取。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非隔離的漏洞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 查庫存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剩 1，放行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86530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1666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同時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1786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B 查庫存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剩 1，放行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54772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9908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同時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0028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兩者都結帳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災難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區塊二：商品超賣現象剖析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結果：兩人都扣款，庫存扣成 -1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兩人都扣款成功，但庫存被扣成了 -1。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只有 1 件貨，卻賣出了 2 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商家無法交貨，引發商譽破產與法律糾紛。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這就是「超賣」，電商最嚴重的併發災難。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超賣的後果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A、B 都扣款成功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庫存 1 - 2 = -1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賣出比庫存多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無法交貨、糾紛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區塊二：商品超賣現象剖析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時序衝突圖：普通 SELECT 如何被擊穿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0820095" cy="2194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938528"/>
            <a:ext cx="54864" cy="2194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121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超賣時序衝突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 讀庫存=1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T1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44469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9605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同時讀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725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B 讀庫存=1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T1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670651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5787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各自扣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5907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A 扣為 0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T2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96833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1969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超賣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2089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B 扣為 -1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T3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70248"/>
            <a:ext cx="10820095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關鍵在於：兩者「讀取」的時機重疊，普通 SELECT 不會互相阻擋。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要根治，就得讓讀取本身具有排他性——下一區塊的悲觀鎖。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區塊三：MariaDB 悲觀鎖定防禦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殺手鐧：在事務中引入資料庫鎖定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解決超賣的殺手鐧，是在交易中加上鎖定。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讓「查庫存」這個動作變得具有排他性。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一端查的時候，另一端只能排隊等待。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這種先鎖再做的策略，稱為悲觀鎖定。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悲觀鎖定流程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開啟交易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beginTransaction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鎖定查詢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FOR UPDATE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完成放鎖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commit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區塊三：MariaDB 悲觀鎖定防禦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語法升級：SELECT ... FOR UPDATE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把普通的 SELECT，升級為帶排他屬性的 FOR UPDATE。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它在讀取的同時，就把該列鎖住。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必須在交易（Transaction）中使用才有意義。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一行關鍵字，就從根本上杜絕了超賣。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FOR UPDATE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stock_quantity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UPDATE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★ 讀取即上鎖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區塊三：MariaDB 悲觀鎖定防禦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核心 SQL：鎖定該商品的庫存列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鎖定庫存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beginTransaction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讀取庫存並上排他鎖，其他交易此時無法讀這一列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stock_quantity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UPDATE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$productId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$stock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fetchColumn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鎖定要點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beginTransaction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開啟交易。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FOR UPDATE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讀取即上鎖。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排他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他人只能等。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fetchColumn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取單一值。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區塊三：MariaDB 悲觀鎖定防禦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物理機制：B 被勒令排隊，直到 A commit 放鎖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腳本 A 執行 FOR UPDATE 的瞬間，該列被鎖上鋼印。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腳本 B 此時想讀同一列，會被強制排隊等待。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直到 A 完成整套結帳並 commit 放鎖，B 才能繼續。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B 接手時讀到的庫存已是 0，於是正確地拒絕結帳。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悲觀鎖的排隊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 鎖定並扣為 0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commit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86530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1666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上鎖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1786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B 排隊等待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讀到 0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54772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9908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放鎖後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0028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B 拒絕結帳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無超賣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區塊三：MariaDB 悲觀鎖定防禦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布防：在 case 'orders' 完整實作防禦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orders 防超賣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beginTransaction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$stock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lockAndReadStock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$productId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FOR UPDATE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$stock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$quantity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rollBack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409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'error'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'庫存不足'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deductStock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$productId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$quantity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扣庫存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createOrder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建訂單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commit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      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放鎖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catch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Exception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rollBack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布防要點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鎖定讀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FOR UPDATE。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庫存判斷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不足回 409。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扣+建單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同一交易。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commit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成功才放鎖。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區塊四：後端金額防衛性檢查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全面卡關：負數與零元的惡意注入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後端必須全面卡關負數與零的購買數量。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數量小於 1 的請求，一律直接拒絕。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這是防止「負金額」擊穿的第一道關。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數量、價格、金額，每一項都要嚴審。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數量 -5 或 0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惡意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攔下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後端卡關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拒絕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區塊四：後端金額防衛性檢查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強型態轉型：filter_var 確保數量 ≥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數量驗證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強制轉為整數並驗證範圍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$qty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filter_var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'quantity'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FILTER_VALIDATE_INT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$qty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$qty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'error'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'購買數量必須為正整數'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驗證要點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filter_var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驗證並轉型。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VALIDATE_INT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必須是整數。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&lt; 1 拒絕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杜絕負數與零。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回 400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明確告知錯誤。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區塊四：後端金額防衛性檢查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重新計價：絕不使用前端傳來的總金額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絕對不要相信前端傳來的「總金額」欄位。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否則黑客可改封包，把 5 萬元筆電改成 5 元結帳。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金額是最敏感的欄位，必須由後端自己算。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前端算的金額只供顯示，落盤一律以後端為準。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金額由誰決定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信前端金額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直接用送來的值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可被改封包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5萬變5元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財務崩潰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後端重算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自己查價計算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無法被篡改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金額可信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帳目正確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區塊四：後端金額防衛性檢查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安全計價：後端查官方定價，迴圈重算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安全計價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$total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foreach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'items'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以 product_id 親自查資料庫的官方定價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"SELECT price FROM products WHERE product_id = ?"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'product_id'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$price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fetchColumn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$total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$price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'quantity'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後端自己加總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計價要點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官方定價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DB 為準。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迴圈加總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後端自己算。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不信前端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只收 id 與數量。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防篡改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金額無從造假。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區塊四：後端金額防衛性檢查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唯一依據：以後端安全金額寫入訂單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後端算出的安全金額，是寫入的唯一依據。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Orders 與 Payments 都以這個金額落盤。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前端送來的金額，從頭到尾都不被採用。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如此，帳目金額永遠正確、無法被操縱。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安全金額落盤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前端只送 id 與數量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後端查價重算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得出安全總額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以此寫入訂單與付款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區塊五：前端當機閃退防護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閃退成因：收到殘缺 JSON，App 讀 undefined 崩潰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網路極差時，手機可能收到殘缺不全的 JSON。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App 去讀一個不存在的屬性，得到 undefined。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 undefined 做進一步操作，就當場崩潰閃退。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前端必須為「資料不完整」做好防呆。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殘缺 JSON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欄位缺失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致命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讀 undefined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崩潰閃退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區塊五：前端當機閃退防護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短路求值：以 || 與 ?? 兜底防呆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JavaScript 的短路求值，是欄位兜底的利器。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|| 在左值為假時，改用右邊的預設值。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?? 則專門處理 null 與 undefined。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為每個可能缺失的欄位，都準備一個安全預設。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兩種兜底運算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|| 運算子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左假用右值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?? 運算子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null/undefined 用右值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兜底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永不讀到 undefined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區塊五：前端當機閃退防護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語法展示：item.name || '暫無名稱'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欄位兜底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名稱缺失時，顯示預設文字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'暫無商品名稱'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價格缺失時，以 0 兜底（?? 只擋 null/undefined）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'$'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陣列缺失時，以空陣列兜底，避免 .map 崩潰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reviews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map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renderReview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兜底要點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|| 預設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空字串也走預設。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?? 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只在 null 時用 0。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?? []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陣列兜底防 map 崩。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習慣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外部資料都兜底。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區塊五：前端當機閃退防護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錯誤邊界：崩潰時渲染溫馨重連畫面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封裝 React 的錯誤邊界（Error Boundary）組件。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當子組件發生未捕獲的重大崩潰時，它會接手。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優雅渲染「伺服器連線異常，正在重連」的畫面。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而非讓整個 App 直接退回手機桌面。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子組件崩潰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未捕獲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攔截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錯誤邊界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接手渲染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兜底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溫馨畫面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而非閃退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區塊五：前端當機閃退防護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杜絕尷尬：評審面前絕不退回桌面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最尷尬的莫過於在評審面前 App 直接閃退。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錯誤邊界與欄位兜底，就是為了杜絕這種災難。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即使後端出問題，前端也優雅地撐住畫面。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健壯的前端，永遠給使用者一個可理解的畫面。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ECFDFF"/>
          </a:solidFill>
          <a:ln w="15875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前端防呆清單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外部資料欄位一律兜底。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陣列以 ?? [] 保護 map。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頂層包錯誤邊界組件。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崩潰時顯示重連畫面。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區塊六：代碼清洗與偵錯開關關閉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上線清洗：清除滿地的 console.log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16 週下來，程式碼散落著無數個 console.log。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上線前必須全面清除這些除錯輸出。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它們不只雜亂，還會拖慢效能、洩漏資訊。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乾淨的程式碼，是上線的基本要求。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log 的清洗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開發期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log 幫助除錯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上線前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全面清除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理由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效能與安全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區塊六：代碼清洗與偵錯開關關閉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為何清 log：大量輸出拖慢原生渲染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每一次 console.log，都需經過橋接送到原生層。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大量、頻繁的 log，會明顯拖慢手機的渲染效能。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尤其在輪詢或列表渲染中，log 是效能殺手。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清掉它們，App 的流暢度立刻提升。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大量 log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頻繁輸出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效能損耗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橋接負擔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拖慢渲染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區塊六：代碼清洗與偵錯開關關閉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清洗後端：display_errors 調回 Off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關閉錯誤顯示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生產環境：關閉錯誤顯示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ini_set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'display_errors'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error_reporting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E_ALL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仍記錄，但不顯示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開發時的 display_errors=1 必須改回 0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錯誤改為寫入日誌，而非輸出給使用者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清洗要點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display_errors 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不對外顯示。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仍 reporting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繼續記錄。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寫日誌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細節留給自己。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生產環境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必做設定。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區塊六：代碼清洗與偵錯開關關閉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安全核心：絕不讓黑客看見報錯行數與 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生產環境的報錯，絕不能顯示給外部使用者。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具體的行數與 SQL 語法，是黑客的踩點線索。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它會洩漏資料表名稱、欄位結構等敏感資訊。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對外只給模糊訊息，細節鎖在自己的日誌裡。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報錯的兩種處理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顯示報錯（危險）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露出行數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露出 SQL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洩漏欄位名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黑客踩點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模糊訊息（安全）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只說失敗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細節進日誌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不露結構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無從探測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區塊六：代碼清洗與偵錯開關關閉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統一收攏：報錯進 Linux 隱密 error.log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把所有資料庫報錯，統一收攏進背景的 error.log。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開發者可查日誌得知細節，外部使用者看不到。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既能除錯，又不洩漏任何內部結構。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這是生產環境錯誤處理的標準姿態。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錯誤收攏流程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發生資料庫錯誤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error_log 寫進日誌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對外回模糊 JSON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開發者查日誌除錯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區塊七：系統壓力測試與瓶頸抓漏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Postman Runner：模擬多用戶批次轟炸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Postman 的 Runner 能自動化批次執行請求。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以它模擬多用戶同時對雲端 API 轟炸。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測試系統在高並發下是否還撐得住。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壓力測試，是上線前的最後體檢。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Runner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批次發射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壓測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雲端 API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承受壓力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區塊七：系統壓力測試與瓶頸抓漏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連發 200 次：觀察回應時間分佈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設定連續發射 200 次商品查詢請求。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觀察雲端 Linux 的回應時間分佈曲線。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看回應是否穩定，或隨壓力累積而惡化。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分佈曲線揭露了系統的承壓極限。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回應時間分析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886"/>
                <a:gridCol w="258656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指標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觀察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平均回應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越低越好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最慢回應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看尾端延遲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失敗率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應接近 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趨勢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是否惡化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區塊七：系統壓力測試與瓶頸抓漏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ApacheBench：ab 進行吞吐量測試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ApacheBench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ab（ApacheBench）：簡易的壓力測試工具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-n 1000：總共送 1000 個請求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-c 50：同時 50 個併發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ab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//mx.synergy.com.tw/api.php/products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輸出含每秒請求數、平均回應時間等指標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ab 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-n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總請求數。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-c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併發數。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輸出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RPS 與延遲。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簡易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命令列即可。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區塊七：系統壓力測試與瓶頸抓漏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解讀 RPS：每秒能處理多少請求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RPS（Requests Per Second）：每秒處理的請求數。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它是衡量系統吞吐能力的核心指標。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RPS 越高，代表同時能服務越多使用者。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透過壓測數字，量化系統的企業級潛能。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壓測三指標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RPS 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吞吐強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回應快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體驗好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失敗低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穩定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區塊七：系統壓力測試與瓶頸抓漏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回頭咬合：檢查第 15 週索引是否精準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若壓測發現高並發下卡頓，別急著加機器。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先回頭檢查第 15 週的資料庫索引。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索引沒咬合好，再多機器也是治標。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效能問題，往往根源在一條沒走索引的查詢。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效能回溯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壓測發現卡頓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EXPLAIN 複查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找出全表掃描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補索引再壓測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區塊八：Git 分支整合與版本鎖定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分支整合：feature 併入 main 主分支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各組員在各自的 feature 分支上開發。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最後把 feature-chat、feature-cart 併入 main。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這是分組協作的最後一哩：整合所有人的成果。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併入時，難免遇到程式碼衝突。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feature-chat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客服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merge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main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主分支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merge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feature-cart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購物車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區塊八：Git 分支整合與版本鎖定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合併衝突：現場排查與人工審查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當兩人改了同一段程式碼，就產生合併衝突。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Git 會標記出衝突區塊，需人工判斷取捨。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不能盲目接受，要理解兩邊的意圖再合併。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衝突排查，是團隊協作的必修課。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衝突標記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[Git]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HEAD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你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的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版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本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別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人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的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版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本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feature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人工擇一或合併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區塊八：Git 分支整合與版本鎖定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版本標記：git tag v1.0.0-release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git tag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[Git]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為期末交件建立永久的版本標籤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tag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0.0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release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"期末發布版"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push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origin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0.0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release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tag 是一個時空錨點，日後可隨時回到這個版本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語意化版本號：主版本.次版本.修訂號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標記要點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git tag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標記版本。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-a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含註解的標籤。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v1.0.0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語意化版本號。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錨點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可隨時回溯。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區塊八：Git 分支整合與版本鎖定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撰寫 README：部署與還原步驟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撰寫專案的 README 部署總整理文件。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須包含資料庫還原步驟、內網切公網步驟。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讓任何人拿到專案，都能照著文件重建系統。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好的 README，是專案可被接手的保證。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README 內容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環境需求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LAMP 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資料庫還原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匯入 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網址切換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內網 → 公網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區塊八：Git 分支整合與版本鎖定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備戰狀態：整潔、無冗餘大檔案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確保每組原始碼進入整潔的最終備戰狀態。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移除 node_modules、暫存檔等冗餘大檔案。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.gitignore 排除不該進版控的內容。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乾淨的專案，是專業度的最後一哩展現。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備戰檢查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移除冗餘大檔案。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.gitignore 設定完整。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版本已 tag 鎖定。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README 步驟齊全。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區塊九：參數綁定與 LIMIT 語法排除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核心概念：強型態綁定與語法編譯的衝突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有一類隱蔽的 Bug，出在 PDO 參數綁定的型別上。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尤其發生在分頁的 LIMIT 與 OFFSET。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它讓看似正確的查詢，突然噴出語法錯誤。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理解它，才能寫出真正健壯的分頁查詢。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PDO 綁定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包成字串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型別不符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LIMIT 要整數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衝突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區塊九：參數綁定與 LIMIT 語法排除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照妖鏡：LIMIT 綁定字串引發 42000 語法錯誤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LIMIT 陷阱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看似合理，卻會噴語法錯誤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"SELECT * FROM products LIMIT :limit OFFSET :offset"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':limit'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$limit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':offset'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$offset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SQLSTATE[42000]: Syntax error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因為變數被包成了字串 '20'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問題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execute 陣列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值被當字串。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LIMIT '20'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帶引號。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42000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語法錯誤。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MariaDB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LIMIT 需純整數。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區塊九：參數綁定與 LIMIT 語法排除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成因：PDO 把值包成字串，LIMIT 拒絕引號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PDO 預設把 execute 陣列裡的值，通通當字串發射。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於是 SQL 變成 LIMIT '20' OFFSET '0'。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而 MariaDB 規定 LIMIT 後面必須是純整數。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帶引號的字串，它一律拒絕，拋出語法錯誤。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字串 vs 整數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PDO 預設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值當字串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LIMIT '20'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帶引號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被拒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LIMIT 要求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必須整數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LIMIT 20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無引號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才接受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區塊九：參數綁定與 LIMIT 語法排除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唯一解法：bindValue 指定 PARAM_INT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bindValue 修正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"SELECT * FROM products LIMIT :limit OFFSET :offset"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明確指定型態為整數，不再被包成字串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bindValue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':limit'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$limit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PARAM_INT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bindValue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':offset'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$offset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PARAM_INT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修正要點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bindValue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逐一綁定。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PARAM_INT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指定整數型別。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不帶引號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LIMIT 20。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唯一解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分頁必用此法。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區塊九：參數綁定與 LIMIT 語法排除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健壯驗證：極端頁碼回空陣列而非崩潰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 Postman 輸入極端頁碼，如 page=999999。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後端應優雅地回傳空的 JSON 陣列 []。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而非讓 PHP 拋出致命的崩潰碼。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能優雅處理極端輸入，才算真正健壯。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578608"/>
            <a:ext cx="4967935" cy="356616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57860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71576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71576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71576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66090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健壯回應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64261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67919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[JSON]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090672"/>
            <a:ext cx="310896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90672"/>
            <a:ext cx="4163263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GET /products?page=999999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"status"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"success"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"data"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空陣列，而非崩潰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區塊十：成果盤點與發表動員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現場展示：防禦加固的完整系統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各組向教師展示完成防禦加固的系統。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含防超賣事務、金額重算、前端防呆。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所有已知的攻擊面，都已布防完畢。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系統的健壯性，達到了商業級防禦力。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加固檢核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FOR UPDATE 防超賣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後端重新計價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前端錯誤邊界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極端輸入不崩潰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區塊十：成果盤點與發表動員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確認閉環：具備公開發表水準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教師確認各組功能已完全閉環。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讀寫、即時、安全、效能、部署，環環相扣。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系統具備下週公開發表的最終技術水準。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18 週的積累，即將在期末發表綻放。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健壯防呆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86530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1666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閉環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1786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安全防禦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54772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9908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商業級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0028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事務鎖定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區塊十：成果盤點與發表動員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抽籤公佈：下週發表順序與評審名單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公佈下週期末發表的抽籤順序表。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以及外部專家評審委員的名單。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各組據此準備 8 分鐘演示與 4 分鐘答辯。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最後衝刺，把系統打磨到最佳狀態。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發表安排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抽籤順序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上台次序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評審名單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外部專家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時間分配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8 演示 + 4 答辯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區塊十：成果盤點與發表動員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本週小結：程式碼開發正式全面封頂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從邊界測試、防超賣鎖定，到金額重算與前端防呆。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從代碼清洗、壓力測試，到 Git 整合與版本鎖定。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全系統程式碼開發正式宣告全面封頂。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健壯性已達商業級防禦力，只待發表。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封頂成果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悲觀鎖徹底防超賣。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金額由後端把關。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前端崩潰有兜底。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版本已 tag 鎖定。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W17: 專案開發、優化與 Bug 修正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區塊十：成果盤點與發表動員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下週預告：大結局，期末專案成果發表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P.850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18 週的積累，在第 18 週迎來大結局。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期末專案成果發表與系統總評審。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以實機 Live Demo 展現三端大三通的輝煌。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 18 週的努力，在舞台上完整綻放。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第 18 週重點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四階段實機檢核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安全與效能答辯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Git 與文檔評審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頒獎與總回顧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