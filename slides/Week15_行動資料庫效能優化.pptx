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15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15 週：行動資料庫效能優化（B-Tree 索引）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核心命題：一本沒有目錄的字典，查一個字要翻到底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701 ~ 750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技術主軸：B-Tree · CREATE INDEX · EXPLAIN · 分頁優化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區塊一：大數據下的效能雪崩危機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技術盲點：10 筆時 0 秒，數十萬筆時慢如蝸牛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開發時資料表只有 10 筆，怎麼查都是 0 秒。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上線後累積數十萬筆對話與商品，速度突然崩塌。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小資料量掩蓋了效能問題，上線才引爆。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效能必須在資料量大時驗證，而非小量時想當然。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資料量的照妖鏡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開發期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10 筆資料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怎麼查都快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看不出問題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假象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上線後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數十萬筆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查詢崩塌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手機卡頓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真相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區塊一：大數據下的效能雪崩危機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全表掃描：像翻一本沒有目錄的字典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沒有索引的表，就像一本沒有目錄的巨型字典。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要找某個 Email，得從第一行硬讀到最後一行。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這就是全表掃描（Full Table Scan）。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資料越多，翻得越久，效能線性崩壞。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查一個 Email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無索引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全表掃描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逐行硬讀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到最後一行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區塊一：大數據下的效能雪崩危機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I/O 海嘯：全表掃描讓 App 陷入死水般轉圈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全表掃描對硬碟產生大量的 I/O 讀取。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資料庫忙著翻遍全表，遲遲無法回應。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 App 端只能陷入死水般的漫長轉圈。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後端的效能問題，最終反映在前端的體驗上。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效能問題的傳導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查詢觸發全表掃描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硬碟 I/O 海嘯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資料庫遲遲不回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 漫長轉圈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區塊一：大數據下的效能雪崩危機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解決之道：引入索引（Index）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索引，就是為資料表建立一份「目錄」。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有了目錄，就能直接翻到目標，不必逐頁找。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它是資料庫物理儲存的核心優化神兵。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本週就要深入索引的原理與實戰。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索引的作用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無索引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逐行全表掃描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建立索引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如字典目錄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查詢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直接定位目標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區塊二：B-Tree 索引的資料結構內幕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B-Tree：資料庫組織索引的黃金結構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B-Tree（平衡多路查找樹）是索引的黃金資料結構。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它把欄位數值有規律地組織成一棵樹。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查找時沿著樹一路往下，快速逼近目標。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 的索引，底層絕大多數就是 B-Tree。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B-Tree 三層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根節點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查找起點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分支節點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逐層縮小範圍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葉子節點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指向實際資料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區塊二：B-Tree 索引的資料結構內幕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分層查找：根、分支、葉子的樹狀排序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B-Tree 把數值規律地排序在各層節點。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從根節點出發，每一步都能排除掉一大半資料。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如同猜數字時，每次都問中間值來對半縮小。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層層縮小，很快就能鎖定目標所在。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根節點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決定方向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往下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分支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縮小範圍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定位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葉子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找到資料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區塊二：B-Tree 索引的資料結構內幕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對數威力：100 萬筆只需比對不到 20 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全表掃描找 100 萬筆，最壞要比對 100 萬次。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B-Tree 索引只需比對不到 20 次。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 O(log N) 對 O(N) 的降維打擊。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資料越多，索引的優勢就越懸殊。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比對次數對比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347"/>
                <a:gridCol w="1633617"/>
                <a:gridCol w="1497482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資料量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全表掃描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B-Tree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 千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1000 次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~10 次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 萬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10000 次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~14 次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100 萬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100 萬次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~20 次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複雜度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O(N)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O(log N)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區塊二：B-Tree 索引的資料結構內幕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聚簇索引：主鍵決定資料的磁碟實體順序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主鍵天生自帶聚簇索引（Clustered Index）。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它決定了資料列在磁碟上的實體排列順序。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自增主鍵永遠往尾端追加，寫入幾乎不搬移。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這也是第 3 週強調自增主鍵的深層原因。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聚簇索引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主鍵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自帶聚簇索引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實體順序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依主鍵排列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自增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尾端追加不搬移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區塊二：B-Tree 索引的資料結構內幕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圖解：三層 B-Tree 的二元查找路徑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0820095" cy="2194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938528"/>
            <a:ext cx="54864" cy="2194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121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B-Tree 查找路徑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根節點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第 1 次比對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44469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9605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縮小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725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分支節點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2 次比對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70651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5787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縮小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5907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葉子節點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3 次命中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96833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1969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指向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2089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資料列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取得目標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70248"/>
            <a:ext cx="1082009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短短三層，就能從百萬筆中精準定位一列。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每往下一層，搜尋範圍就縮小一個數量級。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區塊三：建立高效能索引實戰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優化標的：客服輪詢每 2 秒查一次 room_id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 13 週的客服輪詢，每 2 秒查一次 Messages。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查詢條件是 WHERE room_id = 1。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三端同時輪詢，這個查詢頻率高得驚人。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它正是最該被優化的第一個標的。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高頻查詢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每 2 秒一次！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區塊三：建立高效能索引實戰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痛點：room_id 無索引，每次輪詢都全表掃描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 room_id 欄位沒有索引……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每一次輪詢，都是一次對 Messages 的全表掃描。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訊息破十萬筆時，每 2 秒掃一次整表，災難級。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為 room_id 建索引，是刻不容緩的優化。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每 2 秒輪詢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無索引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災難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全表掃描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十萬筆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區塊三：建立高效能索引實戰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撰寫 DDL：CREATE INDEX 為 room_id 建目錄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建立索引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為高頻查詢欄位 room_id 建立索引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INDEX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idx_messages_room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建立後，WHERE room_id = ? 即可走 B-Tree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從全表掃描升級為索引命中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建索引要點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CREATE INDEX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建立索引。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命名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idx_ 前綴易辨識。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room_id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高頻查詢欄位。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效果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全表掃描 → 索引命中。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區塊三：建立高效能索引實戰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唯一索引：為 email 建 UNIQUE INDEX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唯一索引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email 登入查詢頻繁，且本身就該唯一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UNIQUE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INDEX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idx_users_email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一舉兩得：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-- 1. 加速登入時的 email 查詢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-- 2. 從資料庫層保證 email 不重複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唯一索引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UNIQUE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兼具約束與索引。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email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登入高頻欄位。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加速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查詢走 B-Tree。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防重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杜絕重複註冊。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區塊三：建立高效能索引實戰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複合索引：多欄組合與最左匹配原則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複合索引把多個欄位組合成一棵索引樹。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最左匹配原則：查詢必須用到「最左邊」的欄位才生效。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如 (room_id, created_at)，單查 created_at 用不到它。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設計複合索引，欄位順序至關重要。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複合索引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INDEX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idx_room_time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查 room_id 有效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只查 created_at 無效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區塊四：索引的代價與黃金原則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思維導正：為何不把每個欄位都加索引？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索引這麼快，那全表所有欄位都加不就更快？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這是新手最常見的錯誤直覺。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索引不是免費的，它有實實在在的代價。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盲目加索引，反而會拖垮整個系統。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索引的兩大代價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代價一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佔用磁碟空間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代價二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拖慢寫入速度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結論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只為高頻欄位建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區塊四：索引的代價與黃金原則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代價一：索引是獨立的樹，蠶食磁碟空間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每個索引本身就是一棵獨立、實體存在的 B-Tree。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它需要額外的磁碟空間來儲存。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欄位全加索引，索引體積可能超過資料本身。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空間是有成本的，不能無限揮霍。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資料表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本體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額外空間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每個索引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各一棵樹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區塊四：索引的代價與黃金原則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代價二：嚴重拖慢 INSERT、UPDATE、DELETE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索引加速了查詢，卻拖慢了寫入。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每次寫入，所有相關索引都要跟著維護更新。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索引越多，寫入時要維護的樹就越多。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對寫入密集的表，過多索引是沉重的負擔。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讀寫的權衡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查詢（讀）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索引加速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越多越快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受益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SELECT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寫入（改）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索引拖累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越多越慢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受害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INSERT/UPDATE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區塊四：索引的代價與黃金原則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成因：每次寫入都要重算 B-Tree 平衡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每寫入一句新對話，資料庫不只落盤文字。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還必須在背景重算 B-Tree 的平衡與節點分裂。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這消耗大量 CPU，索引越多消耗越大。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這就是索引拖慢寫入的根本原因。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寫入的隱藏成本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寫入一列新資料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落盤文字內容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更新每個索引樹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重算平衡與分裂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區塊四：索引的代價與黃金原則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黃金原則：只為高頻特徵欄位建索引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只為經常出現在特定位置的欄位建索引。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WHERE 後面、JOIN 的 ON 後面、ORDER BY 後面。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這些是查詢真正用來「定位」的高頻欄位。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有的放矢，才能兼顧查詢快與寫入不慢。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建索引的判準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156"/>
                <a:gridCol w="231429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出現位置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該建索引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WHERE 之後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是（過濾）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JOIN ON 之後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是（關聯）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ORDER BY 之後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是（排序）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很少查的欄位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區塊五：EXPLAIN 執行計畫剖析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如何證明索引被採用？看執行計畫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建了索引，資料庫真的有用它嗎？不能憑感覺。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要用 EXPLAIN 看查詢的執行計畫。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它揭露資料庫「打算怎麼執行」這條查詢。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EXPLAIN 是驗證優化成效的終極照妖鏡。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EXPLAIN 用法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EXPLAIN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區塊五：EXPLAIN 執行計畫剖析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語法：在查詢最前面加上 EXPLAIN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用法極簡：在原本的查詢最前面加 EXPLAIN。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執行後，資料庫不真的查資料，而是回傳執行計畫。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計畫是一張表，每個欄位都有玄機。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接下來解讀三個最關鍵的黃金欄位。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三大黃金欄位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type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存取方式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key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採用哪個索引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rows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預估掃描行數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區塊五：EXPLAIN 執行計畫剖析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黃金欄位一 type：ALL 是紅色警報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type 顯示資料庫用什麼方式存取資料。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顯示 ALL，代表全表掃描——紅色警報。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顯示 ref 或 const，代表完美的索引命中。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看到 ALL，就知道這條查詢還沒被優化。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type 判讀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含義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ALL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全表掃描（差）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index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掃整個索引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索引命中（好）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const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主鍵命中（最佳）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區塊五：EXPLAIN 執行計畫剖析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黃金欄位二 key：確認採用了哪棵 B-Tree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possible_keys 列出「可能可用」的索引。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key 則顯示資料庫「最終挑選」了哪一個。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 key 為 NULL，代表一個索引都沒用上。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親眼確認 key 是你建的索引，才算優化成功。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key 判讀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156"/>
                <a:gridCol w="231429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意義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possible_keys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可用的索引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key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實際採用者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key = NULL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沒用索引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key = idx_...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命中你的索引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區塊五：EXPLAIN 執行計畫剖析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黃金欄位三 rows：從一萬行暴跌為 1 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rows 是資料庫預估需要掃描的行數。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建索引前可能是 10000，建了之後暴跌為 1。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這個數字的暴跌，就是優化最直觀的震撼。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rows 越小，代表定位越精準、查詢越快。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EXPLAIN 前後對比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建索引前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type: ALL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key: NULL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rows: 10000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全表掃描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建索引後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type: ref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key: idx_room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rows: 1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索引命中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區塊六：百萬級數據壓力測試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壓測準備：教師提供大量寫入腳本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為了讓學生有感，教師提供一段 PHP 寫入腳本。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它能在短時間內灌入海量的偽造資料。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有了大數據，效能差異才會被真實放大。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沒有量，就看不出索引的價值。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腳本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while 迴圈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大量寫入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Messages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灌 10 萬筆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區塊六：百萬級數據壓力測試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數據噴發：while 迴圈灌 10 萬筆偽對話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大量寫入腳本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1 分鐘內向 Messages 灌入 10 萬筆偽造對話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content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100000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rand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rand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'測試訊息 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壓測要點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while / for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重複寫入。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rand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隨機分佈房間。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10 萬筆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足夠放大差異。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目的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製造真實負載。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區塊六：百萬級數據壓力測試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測試一（無索引）：0.0842 秒，App 卡頓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 phpMyAdmin 查詢特定房間的訊息。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無索引狀態下，執行時間約 0.0842 秒。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 App 端出現肉眼可見的卡頓。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這就是全表掃描 10 萬筆的真實代價。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無索引實測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/>
                <a:gridCol w="25865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狀態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查詢時間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資料量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 萬筆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索引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無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執行時間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0.0842 秒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App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明顯卡頓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區塊六：百萬級數據壓力測試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執行 CREATE INDEX 建立索引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對同一張 10 萬筆的 Messages 表建立 room_id 索引。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資料庫在背景建起一棵 B-Tree。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建索引本身需要一點時間，但一勞永逸。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建完之後，立刻重跑同樣的查詢對比。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建立索引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INDEX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idx_messages_room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為 10 萬筆的表建目錄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區塊六：百萬級數據壓力測試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測試二（有索引）：0.0001 秒，數據讓人心服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重新執行相同查詢，時間縮短為 0.0001 秒。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 0.0842 到 0.0001，快了近千倍。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 App 瞬間流暢，卡頓消失。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用鐵一般的數據，讓全班心服口服。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千倍效能飛躍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無索引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0.0842 秒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全表掃描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App 卡頓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10 萬次比對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有索引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0.0001 秒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索引命中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App 流暢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約 20 次比對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區塊七：行動端分頁效能連鎖優化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臨界點藝術：一次載入數千筆會壓垮主執行緒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一次載入數千筆，前端要計算數千個節點。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主執行緒（UI Thread）因此瞬間潰決、卡死。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無限滾動則讓 App 維持在 60fps 的絲滑。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分批載入，是行動端長列表的效能基礎。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兩種載入策略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一次全載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數千節點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主執行緒潰決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卡死掉幀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體驗崩壞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無限滾動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分批載入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只算一屏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維持 60fps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絲滑流暢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區塊七：行動端分頁效能連鎖優化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分頁三劍客：onEndReached 與 Threshold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onEndReached 監聽「快滑到底」的事件。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onEndReachedThreshold={0.5} 在還剩半屏時就提前觸發。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提早背景載入，消滅使用者的等待感。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使用者還沒滑到底，下一頁已經備好了。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分頁觸發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&lt;FlatList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onEndReached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loadMore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onEndReachedThreshold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0.5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剩半屏就預載下一頁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區塊七：行動端分頁效能連鎖優化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完整配置：ListFooterComponent 與轉圈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完整分頁配置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&lt;FlatList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onEndReached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loadMore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onEndReachedThreshold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0.5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ListFooterComponent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loading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&lt;ActivityIndicator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keyExtractor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index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`${item.product_id}-${index}`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配置要點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onEndReached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觸底載入。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Threshold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提前量。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Footer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底部轉圈。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ActivityIndicator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載入動畫。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區塊七：行動端分頁效能連鎖優化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後端咬合：大 OFFSET 仍掃前面，靠索引定位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當 OFFSET 很大（如第 100 頁 OFFSET 2000）……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 仍要掃過前面 2000 筆再丟棄。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此時在排序欄建索引，能大幅加速定位。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前端分頁與後端索引，必須互相咬合。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OFFSET 2000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跳過前段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加速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有索引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快速定位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區塊七：行動端分頁效能連鎖優化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除錯：keyExtractor 結合 index 防重複警告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分頁時偶爾出現 Duplicate Key 警告與畫面閃爍。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成因是快速拉動時，可能短暫出現重複的 key。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解法：keyExtractor 用 product_id 結合 index。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組合出唯一字串，杜絕重複 key 的閃爍 Bug。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唯一 key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keyExtractor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index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`${item.product_id}-${index}`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結合 index 確保唯一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區塊八：碎片清理與資料表重建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後遺症：大量寫刪留下的資料表碎片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大量寫入與刪除後，資料表會產生磁碟碎片。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碎片就是 B-Tree 樹上留下的空洞。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同樣的資料量，佔用更多頁面、掃描更慢。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碎片是效能的隱形殺手，需定期清理。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大量寫刪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留下空洞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累積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碎片化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效能下降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區塊八：碎片清理與資料表重建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解析：DELETE 不真正釋放空間，只留空洞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DELETE 只是把空間「標記為可用」，並不真正縮小檔案。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B-Tree 樹上因此留下滿滿的空洞。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後續查詢仍要掃過這些空頁，白白耗時。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這就是為何頻繁刪除反而拖累效能。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刪除的真相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DELETE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標記可用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不縮小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檔案照舊大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留空洞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掃描變慢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區塊八：碎片清理與資料表重建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維護命令：OPTIMIZE TABLE 的操作時機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OPTIMIZE 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重整資料表，清除碎片、壓縮空間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OPTIMIZE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適合在離峰時段執行（如深夜）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大表執行期間會鎖表，切勿在尖峰時段操作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維護要點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OPTIMIZE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重整資料表。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清碎片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填平空洞。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鎖表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會暫時鎖住。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離峰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深夜執行。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區塊八：碎片清理與資料表重建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重整效果：填平空洞、壓縮空間、恢復效能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執行後，資料庫在背景重新整平 B-Tree 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把散落的空洞填平，磁碟空間緊密壓縮。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查詢需掃描的頁面變少，尖峰效能恢復。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定期重整，讓效能長期維持在高點。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重整流程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偵測碎片累積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離峰執行 OPTIMIZE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重整 B-Tree、壓縮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效能恢復尖峰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區塊八：碎片清理與資料表重建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納入日常：把定期維護寫進運作清單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資料庫維護不是一次性的，而是持續的日常。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把定期 OPTIMIZE 寫進管理員的運作清單。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配合監控，在碎片累積到一定程度時執行。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維護是專業，也是系統長治久安的保證。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資料庫維護清單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定期檢查表碎片程度。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離峰時段執行 OPTIMIZE。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監控慢查詢日誌。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定期以 EXPLAIN 複查索引。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區塊九：索引失效的隱形妖魔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詭異 Bug：建了索引，type 卻還是 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明明建了索引，EXPLAIN 一看 type 仍是頑固的 ALL。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索引像是「隱形」了，完全沒被採用。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這是索引失效（Index Failure）的妖魔。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多半是查詢寫法讓索引無從發揮。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索引失效兩大妖魔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妖魔一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對欄位做函數運算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妖魔二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前置 % 模糊查詢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共通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破壞 B-Tree 定位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區塊九：索引失效的隱形妖魔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妖魔一：對索引欄位做函數運算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函數運算失效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錯：對索引欄位做函數運算，索引瞬間失效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YEAR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2026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YEAR() 讓 created_at 的 B-Tree 用不上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資料庫被迫逐行計算，退化為全表掃描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失效原因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YEAR()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包住了索引欄位。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逐行計算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無法用 B-Tree。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退化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變全表掃描。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通則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索引欄勿套函數。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區塊九：索引失效的隱形妖魔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修正：改用範圍比對取代函數運算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範圍比對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對：改用範圍比對，索引重新生效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'2026-01-01'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'2026-12-31'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直接比對原始欄位，B-Tree 得以發揮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修正要點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不套函數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保持欄位原樣。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範圍比對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&gt;= 與 &lt;=。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等價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查同一年資料。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索引生效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type 回到 range。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區塊九：索引失效的隱形妖魔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妖魔二：LIKE '%關鍵字' 前置百分比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LIKE '%耳機' 這種前置百分比查詢，索引失效。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因為開頭不確定，B-Tree 無法從根往下定位。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只好退化為逐行比對的全表掃描。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LIKE '耳機%'（後置）則可正常使用索引。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模糊查詢的差異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LIKE '%abc'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開頭不定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無法定位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全表掃描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索引失效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LIKE 'abc%'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開頭確定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可往下找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索引命中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效能良好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區塊九：索引失效的隱形妖魔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避雷指南：讓效能優化真正落地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避開兩大妖魔，索引才能真正發揮威力。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索引欄位不套函數、不用前置百分比查詢。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每次優化後都用 EXPLAIN 複查是否真的命中。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會建索引，更要會確認它沒有失效。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索引避雷清單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索引欄位勿套 YEAR/DATE 等函數。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改以範圍比對取代函數運算。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避免 LIKE '%關鍵字' 前置模糊。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優化後一律以 EXPLAIN 複查。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區塊十：整合優化大驗收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硬性指標：以 EXPLAIN 逐一審查查詢計畫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各組提交優化後的 SQL 腳本。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教師開學生主機的 phpMyAdmin，逐一用 EXPLAIN 審查。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重點看 Messages 與 Products 的查詢計畫。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type 必須告別 ALL，進入索引命中。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驗收檢核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高頻欄位已建索引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EXPLAIN type 非 ALL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key 命中預期索引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rows 大幅下降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區塊十：整合優化大驗收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現場點名：口述 B-Tree 提速的核心原理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隨機點名學生，口頭講述 B-Tree 為何能大幅提速。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標準答案：把查找從 O(N) 降到 O(log N)。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百萬筆從比對百萬次，降為比對不到 20 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能講清這個對數威力，才算真懂了索引。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口試標準答案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無索引 = 全表掃描 O(N)。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B-Tree 分層查找 O(log N)。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每層排除掉一大半資料。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百萬筆只需約 20 次比對。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區塊十：整合優化大驗收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當場給分：效能優化計入期末加分權重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當場為各組的效能優化表現打分。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分數計入期末大專案的加分權重。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優化不是選修，而是商業級系統的必備。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會做功能，更要會讓它在大數據下依然快。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優化評分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/>
                <a:gridCol w="25865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評分項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重點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索引設計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高頻欄位到位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EXPLAIN 驗證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確實命中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避免失效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無函數/前置%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分頁優化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前後端咬合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區塊十：整合優化大驗收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本週小結：系統效能完成千倍級優化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從全表掃描的危機，到 B-Tree 索引的原理。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 CREATE INDEX 實作，到 EXPLAIN 驗證。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再到分頁優化、碎片清理與索引避雷。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系統效能完成了千倍級的史詩級優化。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前端分頁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無限滾動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咬合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查詢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LIMIT/OFFSET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千倍加速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B-Tree 索引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W15: 專案整合：行動資料庫效能優化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區塊十：整合優化大驗收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下週預告：擺脫內網，雲端 VPS 正式部署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大航海時代的終極跨越：告別內網虛擬 IP。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把整套系統部署到雲端的正式 VPS 上線。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Linux 環境、LAMP 堆疊、資料庫遷移、DNS 綁定。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讓系統真正走向公網，服務全世界。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第 16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VPS 與 Linux 命令列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雲端 LAMP 建置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資料庫備份遷移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DNS 網域綁定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