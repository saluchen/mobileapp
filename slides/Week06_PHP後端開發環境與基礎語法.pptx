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06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6 週：PHP 後端開發環境與基礎語法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核心命題：中間層覺醒，讓三層架構第一次真正對話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251 ~ 300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技術主軸：Superglobals · php://input · json_encode · Postman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區塊一：PHP 作為 API 邏輯層的核心任務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角色洗牌：行動後端的 PHP 不渲染網頁，只中轉資料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傳統網頁 PHP 混雜 HTML，職責是產生一整頁畫面。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行動後端 PHP 不吐 HTML，只處理業務邏輯並回傳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它是純粹的資料中轉站，畫面完全交給 React Native。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心態轉換：從「產生網頁」變成「提供資料服務」。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PHP 的兩種角色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網頁端 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混雜 HTML 標籤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伺服器直接渲染畫面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回傳整頁 HTML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前後端綁在一起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行動後端 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純業務邏輯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不產生任何畫面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回傳 JSON 資料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前後端徹底分離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區塊一：PHP 作為 API 邏輯層的核心任務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PHP 與 Apache 的結合：請求進來，解譯器接手執行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Apache 負責接收 HTTP 請求，判斷該由誰處理。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遇到 .php 檔，Apache 交給 PHP 解譯器即時執行。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執行完把結果交還 Apache，再回應給客戶端。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是「請求來才執行、執行完就結束」的短生命週期。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Apache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接收 HTTP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派發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PHP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解譯執行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回傳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回應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交還結果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區塊一：PHP 作為 API 邏輯層的核心任務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為何選 JSON 而非 XML：對 JavaScript 天生友好又輕量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XML 標籤冗長，同樣資料的體積遠大於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 結構就是 JavaScript 物件，前端拿到即可直接使用。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更小的體積代表更省流量、更快的傳輸與解析。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行動端頻繁通訊，輕量格式的優勢會被不斷放大。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XML vs JSON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7"/>
                <a:gridCol w="1585569"/>
                <a:gridCol w="158556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面向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XML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JSON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體積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冗長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輕量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可讀性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標籤繁複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簡潔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JS 親和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需解析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原生物件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行動端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較少用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業界標準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區塊一：PHP 作為 API 邏輯層的核心任務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全局架構：手機與網頁如何把資料送進 PHP 解譯器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0820095" cy="2194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938528"/>
            <a:ext cx="54864" cy="2194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121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請求送交 PHP 的路徑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RN 前端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44469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9605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fetch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725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HTTP 請求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JSON Body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70651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5787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Apache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5907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解譯器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業務邏輯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96833" y="310896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969" y="279806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2089" y="2542032"/>
            <a:ext cx="1866061" cy="1316735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資料存取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270248"/>
            <a:ext cx="1082009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無論來源是手機或 PC 網頁，都以相同的 HTTP + JSON 與 PHP 對話。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6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是唯一能碰資料庫的角色，客戶端永遠碰不到 MariaDB。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請求接收與超全域變數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超全域變數：腳本任何角落都能直接取用的內建陣列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Superglobals 是 PHP 內建、全域可見的特殊陣列。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不需宣告或傳參，在函數內外都能直接存取。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它們承載了這次 HTTP 請求的全部輸入資訊。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常用的有 $_GET、$_POST、$_SERVER 三者。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常見超全域變數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超全域變數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承載的內容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$_GET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URL 問號後的參數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$_POST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表單格式的 Body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$_SERVER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請求與伺服器資訊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$_FILES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上傳的檔案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請求接收與超全域變數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$_GET：解析網址參數，適合查詢與過濾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api/products.php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網址：products.php?category=1&amp;page=2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$category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'category'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'1'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$page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$_GET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'2'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適合用於「不改變資料」的查詢與過濾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"分類：$category，第 $page 頁"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?? 為 null 合併運算子，參數不存在時給預設值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來源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URL 問號後的 key=value。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?? 運算子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參數缺漏時給安全的預設值。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用途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查詢、過濾、分頁等唯讀操作。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型別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取回一律是字串，需要時再轉。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請求接收與超全域變數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$_POST：解析傳統表單格式的 HTTP Body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$_POST 承載 HTTP Body 中的資料，不會顯示在網址上。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它只自動解析 x-www-form-urlencoded 這類傳統表單格式。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適合傳送會「改變資料」的操作，如註冊、下單。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但面對純 JSON 請求時它會失效——這是下一區塊的重點陷阱。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傳統表單接收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傳統表單 POST 才會自動填入 $_POST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$_POST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$_POST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請求接收與超全域變數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安全警示：密碼絕不能用 GET 傳，會明文留在網址與日誌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參數明文顯示在網址列，並被瀏覽器歷史記錄保存。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伺服器的存取日誌也會完整記下每一個 GET 網址。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GET 還有長度上限，不適合傳送較大的資料。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凡是密碼、Token 等敏感資料，一律走 POST 的 Body。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GET 與 POST 的分工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GET（唯讀查詢）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參數明文在網址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被歷史與日誌記錄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有長度上限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不可傳敏感資料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POST（提交變更）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資料放在 Body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不顯示於網址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長度充裕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傳送密碼與表單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區塊二：HTTP 請求接收與超全域變數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$_SERVER：抓取客戶端 IP、請求動詞與網址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api/inspect.php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請求方法：GET / POST / PUT / DELETE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'REQUEST_METHOD'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客戶端 IP 位址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'REMOTE_ADDR'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請求的資源路徑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$uri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'REQUEST_URI'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常見用法：依方法分派不同邏輯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$method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處理提交 */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常用鍵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REQUEST_METHOD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判斷是查詢還是提交。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REMOTE_ADDR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取得來源 IP，可用於記錄。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REQUEST_URI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得知請求的資源路徑。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用途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RESTful 依方法分派的基礎。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區塊三：處理 application/json 請求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致命陷阱：RN 送 JSON，PHP 的 $_POST 竟然是空的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React Native 以 fetch 送出 application/json 的請求。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端印出 $_POST，卻發現它完全是空陣列。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這是行動後端開發最經典、最令人抓狂的第一個坑。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問題不在前端，而在 $_POST 的運作機制——下一頁揭曉。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RN fetch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送 JSON Body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application/json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$_POST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竟是空的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區塊三：處理 application/json 請求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原因：$_POST 只認傳統表單，對純 JSON 無能為力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只在 Content-Type 為表單格式時，才自動填入 $_POST。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application/json 不屬於它認得的格式，於是略過不解析。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 原始資料其實有送達，只是 $_POST 沒去碰它。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解法是自己去讀那份「未加工」的原始請求內容。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格式決定 $_POST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695"/>
                <a:gridCol w="1769751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Content-Type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$_POST 有值？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x-www-form-urlencoded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multipart/form-data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application/json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解法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讀 php://input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區塊三：處理 application/json 請求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破解核心：以 php://input 讀取未加工的原始請求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api/read_input.php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php://input 是 PHP 的虛擬協議流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可讀取「尚未被任何機制解析」的原始請求 Body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file_get_contents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'php://input'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$raw 此時是一整串 JSON 文字，例如：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{"email":"a@mail.com","password":"1234"}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不受 Content-Type 限制，JSON 資料一定讀得到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php://input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內建的原始輸入資料流。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不受限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無視 Content-Type，直接拿原始位元。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一整串未解析的 JSON 字串。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下一步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還需 json_decode 才能操作。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區塊三：處理 application/json 請求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解碼：json_decode 第二參數 true，轉成 PHP 關聯陣列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api/decode.php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file_get_contents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'php://input'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第二參數 true：解析為「關聯陣列」而非物件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json_decode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以陣列鍵存取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若省略 true，需改用 $data-&gt;email 的物件寫法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重點參數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json_decode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 字串 → PHP 資料結構。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true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轉成關聯陣列，以 $data['key'] 取值。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省略 true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轉成物件，改用 $data-&gt;key。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失敗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格式錯誤時回傳 null，需防禦。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區塊三：處理 application/json 請求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標準模板：一段可全班複製的 JSON 接收基石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api/_template.php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application/json; charset=UTF-8'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'Access-Control-Allow-Origin: *'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1. 讀取原始請求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file_get_contents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'php://input'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2. 解析為關聯陣列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json_decode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3. 防禦：解析失敗即回報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'invalid JSON'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4. 之後即可安全使用 $data['...']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模板四步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標頭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先宣告 JSON 與 CORS。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讀取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php://input 取原始 Body。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解析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json_decode 轉關聯陣列。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防禦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null 即回報並 exit。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區塊四：PHP 陣列與 JSON 雙向映射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關聯陣列：PHP 的核心，鍵值結構天生對應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關聯陣列結構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關聯陣列：以字串為鍵，對應任意值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'王小明'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'roles'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'customer'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'vip'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值可以是另一個陣列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$user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王小明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這個結構與 JSON 物件幾乎一一對應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對應關係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=&gt;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鍵與值的對應符號。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巢狀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值可再放陣列，對應 JSON 巢狀。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鍵存取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$arr['key'] 讀寫。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映射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關聯陣列 ↔ JSON 物件。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區塊四：PHP 陣列與 JSON 雙向映射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json_encode：把 PHP 陣列轉成標準 JSON 字串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api/encode.php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'ok'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'items'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'耳機'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'id'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'鍵盤'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2480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陣列 → JSON 字串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{"status":"ok","items":[{"id":1,...}]}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編碼要點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json_encode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陣列 → JSON 字串。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索引陣列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轉為 JSON 陣列 [...]。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關聯陣列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轉為 JSON 物件 {...}。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回傳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echo 輸出即為 API 回應。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區塊四：PHP 陣列與 JSON 雙向映射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回應標頭的義務：務必宣告 Content-Type 為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header() 必須在任何輸出之前呼叫，否則會失效。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宣告 application/json 讓客戶端知道回傳的是 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charset=UTF-8 確保中文能被正確解讀。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這一行是所有 API 腳本的標準開頭，不可省略。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回應標頭宣告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Type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application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8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必須在任何 echo 之前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區塊四：PHP 陣列與 JSON 雙向映射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忘記宣告標頭：前端會把 JSON 誤讀成純文字而解析失敗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少了 JSON 標頭，回傳預設被視為 text/html 純文字。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 res.json() 嘗試解析時，可能直接拋出例外。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症狀往往是前端閃退，卻誤以為是自己 fetch 寫錯。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排查順序：先確認後端有沒有送出正確的 Content-Type。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無標頭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回傳被當純文字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誤判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res.json()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解析失敗閃退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區塊四：PHP 陣列與 JSON 雙向映射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標準回傳格式：status、code、data、message 的統一包裹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api/response_format.php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全站統一的 API 回應結構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success / error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'code'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對應 HTTP 狀態碼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'查詢成功'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'data'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實際資料主體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四個欄位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讓前端一眼判斷成敗。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對應 HTTP 狀態碼，利於除錯。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message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給人看的說明文字。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data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實際資料，失敗時可為 null。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區塊五：實作：登入帳密基礎驗證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撰寫 login_test.php：模擬接收前端的 Email 與密碼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htdocs/login_test.php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application/json; charset=UTF-8'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file_get_contents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'php://input'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json_decode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$raw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接下來：檢查欄位 → 比對帳密 → 回傳結果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起手式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標頭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先宣告 JSON 與編碼。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讀取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php://input 拿到原始 Body。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解析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轉關聯陣列後取出欄位。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?? ''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欄位缺漏時給空字串預設。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區塊五：實作：登入帳密基礎驗證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基礎防呆：以 isset 或 empty 檢查欄位是否齊全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欄位防呆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任一欄位缺漏或為空，立即回報並中止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|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empty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'password'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'Email 與密碼為必填'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防呆重點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isset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判斷鍵是否存在。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empty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同時判斷不存在或為空字串。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early exit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缺欄位就回報並 exit。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原則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後端永不信任前端一定有送。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區塊五：實作：登入帳密基礎驗證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硬編碼比對：連資料庫之前的過渡測試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硬編碼過渡測試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暫以固定帳密比對，驗證 API 流程本身是否通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'admin@shop.com'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'123456'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$OK_PWD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帳密正確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帳密錯誤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註：正式版將改為查詢 MariaDB（第 7 週後）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為何先硬編碼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目的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先確認請求收發流程正確。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隔離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排除資料庫變因，聚焦 API。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=== 比對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嚴格比較值與型別。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過渡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資料庫接上後即淘汰此段。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區塊五：實作：登入帳密基礎驗證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分支回應：成功回 200 JSON，失敗回錯誤訊息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分支回應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&amp;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$pwd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$OK_PWD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'code'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'登入成功'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'data'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'系統管理員'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else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'error'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'code'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401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'帳號或密碼錯誤'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回應設計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成功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 200 並附帶必要資料。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失敗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 401 且不洩漏是帳號還密碼錯。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一致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兩種結果都用同一種 JSON 結構。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安全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錯誤訊息模糊化，避免帳號探測。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區塊五：實作：登入帳密基礎驗證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部署：把腳本放進 htdocs，啟動 Apache 準備測試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將 login_test.php 放入 XAMPP 的 htdocs 目錄。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XAMPP 控制台啟動 Apache，確認顯示綠燈。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以瀏覽器開 localhost/login_test.php 確認檔案可被存取。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下一步就用 Postman 對它送出正式的 JSON 測試。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部署步驟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腳本置於 htdocs 目錄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XAMPP 啟動 Apache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 localhost 可存取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準備以 Postman 測試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區塊六：以 Postman 進行沙盒測試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為何不用手機測後端：耗時，也看不清 HTTP 封包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每改一次後端就重跑 App，來回耗時且效率低落。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手機端看不到完整的請求與回應封包細節。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分不清問題出在前端、網路，還是後端本身。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正確做法：以 Postman 把後端當獨立沙盒單獨測試。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測試方式對比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 App 測後端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每次都要重跑 App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看不到封包細節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前後端變因混雜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除錯定位困難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 Postman 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直接對 API 送請求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封包一覽無遺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隔離前端變因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定位問題快速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區塊六：以 Postman 進行沙盒測試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Postman 導覽：建立一個新的請求工作區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是專門用來測試 HTTP API 的桌面工具。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新建 Request，即可設定方法、網址、標頭與 Body。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可把常用請求存成 Collection，重複測試不必重打。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它讓後端得以完全脫離前端，獨立驗證與除錯。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Postman 四個區塊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Method + URL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選方法、填 API 網址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Headers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設定 Content-Type 等標頭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Body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填入要送出的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送出並檢視回應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區塊六：以 Postman 進行沙盒測試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設定請求：選 POST，輸入 localhost 的測試網址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方法選 POST，因為登入屬於提交資料的操作。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網址填 http://localhost/login_test.php。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localhost 在此指開發電腦本機，Postman 就跑在同一台。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方法與網址設定好，接著切到 Body 填入測試資料。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請求設定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設定項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本次測試值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URL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localhost/login_test.php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Body 類型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raw · JSON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預期回應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200 成功 JSON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區塊六：以 Postman 進行沙盒測試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填入 Body：切到 raw、選 JSON，輸入測試資料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Postman Request Body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Postman → Body 頁籤 → 選 raw → 右側下拉切 JSON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"email"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"admin@shop.com"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"password"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"123456"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切成 JSON 後，Postman 會自動帶上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Content-Type: application/json 標頭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設定要點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raw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以純文字方式手動輸入內容。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JSON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下拉選 JSON，格式才正確。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自動標頭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 JSON 後自動帶 Content-Type。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模擬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 RN fetch 送出的內容。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區塊六：以 Postman 進行沙盒測試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按下 Send：檢視回應內容、狀態碼與響應時間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送出後，下方顯示回傳的 JSON 主體。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同時可看到 HTTP 狀態碼、回應大小與耗時。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狀態碼 200 代表成功，401 代表帳密錯誤。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確認後端在 Postman 完全正常，才回頭接前端。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回應判讀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751"/>
                <a:gridCol w="272269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回應指標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意義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Body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回傳的 JSON 內容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Status 200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請求成功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Status 401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帳密錯誤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Time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後端處理耗時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 錯誤偵錯與日誌檢視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500 錯誤與白畫面：後端崩了卻什麼都沒說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500 Internal Server Error 代表 PHP 執行時發生致命錯誤。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預設環境下畫面一片空白，沒有任何線索。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空白不是沒錯，而是錯誤訊息被藏起來了。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第一步永遠是「把錯誤訊息叫出來」，而非盲目猜測。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500 除錯流程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請求回傳 500 與白畫面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開啟錯誤顯示 / 查日誌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定位出錯的檔案與行號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修正後重新測試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 錯誤偵錯與日誌檢視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開發環境強制噴錯：腳本頂端打開錯誤回報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開發期除錯開關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僅限開發環境！讓所有錯誤直接顯示在回應中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error_reporting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E_ALL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ini_set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'display_errors'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之後若有語法或呼叫錯誤，會直接印出檔名與行號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上線前務必移除或關閉，以免洩漏內部資訊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error_reporting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設定回報的錯誤層級。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display_errors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讓錯誤顯示於輸出。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E_ALL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回報所有等級的錯誤。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警告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正式環境一律關閉此開關。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 錯誤偵錯與日誌檢視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定位 Apache 錯誤日誌：error.log 記下了一切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即使畫面空白，錯誤仍被完整寫進 Apache 的 error.log。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XAMPP 中路徑為 apache/logs/error.log。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日誌會記下錯誤發生的時間、檔案與行號。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養成「一出錯就看日誌」的習慣，比反覆猜測快得多。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日誌位置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XAMPP 錯誤日誌位置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xampp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apache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 觀察最新幾行（PowerShell）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Content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 錯誤偵錯與日誌檢視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讀懂報錯：分辨 Syntax Error 與 Fatal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Syntax Error：語法寫錯，如漏分號、括號不對稱。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Fatal Error：語法沒錯，但執行時出事，如呼叫不存在的函數。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兩者的訊息都會明確指出檔名與行號。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先看類型再看行號，通常幾秒內就能定位問題。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錯誤層級對照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錯誤類型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典型原因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Parse / Syntax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漏分號、括號不對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Fatal Error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呼叫未定義函數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Warning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存取不存在的鍵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Notice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使用未定義變數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區塊七：PHP 錯誤偵錯與日誌檢視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偷偷除錯：用 error_log 印參數而不污染 JSON 輸出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api/silent_debug.php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echo 會混進 JSON 回應 → 破壞前端解析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error_log 只寫進日誌，不影響回傳內容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'收到的 email =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$email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error_log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'data =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print_r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前端拿到的仍是乾淨 JSON，除錯資訊躲在日誌裡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$response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為何用它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echo 的問題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會混入回應，破壞 JSON。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error_log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只寫日誌，不動輸出。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print_r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把陣列轉成可讀字串。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場景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線上除錯又不想影響前端時。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區塊八：控制結構與函數封裝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條件控制：if-else 與 switch 負責 API 的分支派發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方法分派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依 HTTP 方法分派不同處理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switch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$_SERVER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'REQUEST_METHOD'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'GET'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handleQuery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'POST'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'DELETE'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handleDelete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break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'method not allowed'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分派邏輯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switch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多分支時比一串 if 更清楚。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case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各對應一種 HTTP 方法。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break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缺漏會貫穿到下一個 case。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default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未涵蓋的方法統一回報。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區塊八：控制結構與函數封裝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foreach 走訪陣列：為處理多筆商品列預作準備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foreach 走訪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'耳機'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'鍵盤'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2480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逐筆走訪，常用於加工資料庫查詢結果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 = 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'price'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"\n"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foreach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走訪陣列每一個元素。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as $p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每一輪取出一筆資料。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預備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 7 週用它加工 SQL 結果。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鍵值版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as $k =&gt; $v 可同時取鍵。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區塊八：控制結構與函數封裝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函數封裝：把重複的 JSON 輸出包成一個自訂函數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每支 API 都在寫幾乎一樣的 header 加 json_encode。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重複程式碼一多，改格式時就得逐檔修改，極易遺漏。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把它封裝成一個函數，全站呼叫同一份邏輯。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日後要調整回應格式，只需改這一個地方。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封裝的價值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各檔重複寫 header + encode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封裝成單一函數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全站統一呼叫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改格式只動一處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區塊八：控制結構與函數封裝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變數作用域：函數內看不到外部變數，global 要慎用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 函數內部預設看不到函數外的變數。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硬用 global 把外部變數拉進來，會讓相依關係變得隱晦。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較佳做法是以參數傳入、以回傳值傳出。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保持函數「只依賴參數」，程式才好測試與重用。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作用域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connect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global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隱晦、難測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good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$pdo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/* 明確 */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建議寫法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區塊八：控制結構與函數封裝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實作 sendJsonResponse：全域通用的回應函數庫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helpers.php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helpers.php —— 全站共用的回應函數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$message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header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'Content-Type: application/json; charset=UTF-8'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'status'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$status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$message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'data'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回應後即結束，避免後續輸出污染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呼叫端只需一行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sendJsonResponse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'success'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'登入成功'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'name'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'管理員'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函數設計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參數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狀態、訊息、資料三項。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預設值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data 可省略，適合純訊息回應。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內含標頭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呼叫端不必再管 header。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exit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確保回應後不再有多餘輸出。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區塊九：跨平台通訊的字元編碼地雷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中文變亂碼：JSON 裡冒出 \u4e2d\u6587 逸出字元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回傳的 JSON 中，中文變成 \u 開頭的一串逸出字元。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或整段中文顯示為問號、方框等無法辨識的符號。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這是行動後端第二個經典坑：字元編碼不一致。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資料其實沒錯，只是編碼在某個環節被扭曲了。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輸出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中文變 \u 逸出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編碼不符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前端顯示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亂碼或問號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區塊九：跨平台通訊的字元編碼地雷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根因：JSON 規範要求 UTF-8，舊環境卻用 Big5 或 ANSI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 標準強制以 UTF-8 編碼傳輸文字。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部分舊系統環境預設 Big5 或 ANSI，與 UTF-8 不相容。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json_encode 預設還會把非 ASCII 字元轉成 \u 逸出。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兩個因素疊加，中文就在傳輸途中被扭曲。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全鏈路編碼一致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環節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應為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JSON 傳輸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UTF-8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PHP 檔案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UTF-8 無 BOM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資料庫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utf8mb4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回應標頭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charset=UTF-8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區塊九：跨平台通訊的字元編碼地雷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對策：json_encode 加上 JSON_UNESCAPED_UNICODE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api/unescape.php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[PHP Backend]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?php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'message'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'登入成功'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未加旗標：中文被轉為 \u 逸出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{"message":"\u767b\u5165\u6210\u529f"}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加上旗標：保留原始中文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echo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json_encode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$data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JSON_UNESCAPED_UNICODE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// {"message":"登入成功"}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旗標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JSON_UNESCAPED_UNICODE。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效果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中文以原字元輸出，不轉逸出。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可讀性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回應在 Postman 中清晰易讀。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本課程所有 json_encode 都加它。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區塊九：跨平台通訊的字元編碼地雷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檔案編碼陷阱：VS Code 要存成 UTF-8 而非帶 BOM 的 UTF-8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帶 BOM 的 UTF-8 會在檔案最前面插入隱藏位元組。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這幾個位元組會搶在 header() 之前輸出，導致標頭失效。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症狀是「headers already sent」錯誤或無故失效。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VS Code 右下角把編碼切為「UTF-8」，而非「UTF-8 with BOM」。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BOM 引發的災難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檔案存成 UTF-8 with BOM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BOM 位元組搶先輸出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header() 失效報錯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改存純 UTF-8 即解決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區塊九：跨平台通訊的字元編碼地雷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驗證：在 Postman 看到漂亮的繁體中文回傳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加上旗標並確認編碼後，重新在 Postman 送出請求。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回應區應顯示清晰、正確的繁體中文，而非逸出字元。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這代表整條鏈路的編碼已全部對齊 UTF-8。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至此，中文亂碼這個經典坑正式被填平。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正確的中文回應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[JSON]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"status"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"success"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"message"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"登入成功"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"data"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"name"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"系統管理員"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區塊十：本週作業與 RESTful 預銜接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作業：寫出可接收 JSON、以 UTF-8 中文回傳的測試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每位學生獨立完成一支可運作的 PHP 測試 API。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須能正確接收 JSON 請求，並以繁體中文 JSON 回應。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回應須採 status／message／data 的統一格式。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Postman 驗證，截圖回應畫面作為繳交證明。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作業檢核表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php://input 讀取並解析 JSON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欄位防呆與分支回應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JSON_UNESCAPED_UNICODE 中文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Postman 回應截圖繳交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區塊十：本週作業與 RESTful 預銜接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隨堂抽查：口頭說明 php://input 為何不可替代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重點答案：$_POST 只解析傳統表單，不處理 application/json。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而行動端 fetch 送出的正是 application/json。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唯有 php://input 能讀到那份未被解析的原始 JSON。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能清楚講出這條因果鏈，代表真正理解了本週核心。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標準答案要點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$_POST 僅認 form-urlencoded 與 multipart。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RN fetch 預設送 application/json。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故 $_POST 對 JSON 請求恆為空。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php://input 讀原始 Body，不受格式限制。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區塊十：本週作業與 RESTful 預銜接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版本控制：把 PHP API 程式碼以 Git 提交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後端程式碼同樣需要版本控制，與前端一致。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以清楚的訊息提交，日後可追溯每次變更。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敏感的資料庫密碼不應直接進版控，改用設定檔隔離。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養成小步提交的習慣，除錯時能快速回溯。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提交後端程式碼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[Shell]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api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login_test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php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"feat: 登入測試 API"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push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區塊十：本週作業與 RESTful 預銜接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本週小結：邏輯層的語法與 JSON 雙向解析已打通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掌握超全域變數與 php://input 的請求接收。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熟悉 json_encode／json_decode 的雙向轉換與中文處理。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能以 Postman 獨立測試，並看懂 PHP 錯誤與日誌。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三層架構的中間層，語法基礎至此完全就緒。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W1~W5 完成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W6 打通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邏輯層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語法就緒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W7 連線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結構就緒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W6: PHP 後端開發環境與基礎語法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區塊十：本週作業與 RESTful 預銜接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下週預告：把散落的腳本升級為 RESTful 標準架構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導入現代軟體工程的國際標準：REST 規範。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以資源與 HTTP 動詞組織 API，取代雜亂的腳本命名。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並正式以 PDO 連線 MariaDB，讓 API 讀寫真實資料。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三層架構的最後串接，將在第 7 週真正落地。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第 7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REST 資源與動詞設計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以 PDO 連線 MariaDB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參數化查詢防注入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登入 API 改查真實資料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