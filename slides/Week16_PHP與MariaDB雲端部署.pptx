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85455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69503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53551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37599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21647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05695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85455" y="1737360"/>
            <a:ext cx="3566160" cy="1828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18120" y="2103120"/>
            <a:ext cx="3703320" cy="2880360"/>
          </a:xfrm>
          <a:prstGeom prst="roundRect">
            <a:avLst>
              <a:gd name="adj" fmla="val 4000"/>
            </a:avLst>
          </a:prstGeom>
          <a:solidFill>
            <a:srgbClr val="1A202C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64524" y="2249424"/>
            <a:ext cx="493776" cy="786384"/>
          </a:xfrm>
          <a:prstGeom prst="roundRect">
            <a:avLst>
              <a:gd name="adj" fmla="val 18000"/>
            </a:avLst>
          </a:prstGeom>
          <a:noFill/>
          <a:ln w="20320">
            <a:solidFill>
              <a:srgbClr val="61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19972" y="2295144"/>
            <a:ext cx="182880" cy="27432"/>
          </a:xfrm>
          <a:prstGeom prst="rect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46820" y="2450592"/>
            <a:ext cx="274320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46820" y="2578608"/>
            <a:ext cx="201168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46820" y="2706624"/>
            <a:ext cx="237744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46820" y="2834640"/>
            <a:ext cx="329184" cy="109728"/>
          </a:xfrm>
          <a:prstGeom prst="rect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79508" y="2304288"/>
            <a:ext cx="1097280" cy="640080"/>
          </a:xfrm>
          <a:prstGeom prst="roundRect">
            <a:avLst>
              <a:gd name="adj" fmla="val 6000"/>
            </a:avLst>
          </a:prstGeom>
          <a:noFill/>
          <a:ln w="20320">
            <a:solidFill>
              <a:srgbClr val="61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70948" y="2432304"/>
            <a:ext cx="621792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70948" y="2560320"/>
            <a:ext cx="457200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70948" y="2688336"/>
            <a:ext cx="548640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70948" y="2798064"/>
            <a:ext cx="731520" cy="5486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88068" y="2944368"/>
            <a:ext cx="1280160" cy="91440"/>
          </a:xfrm>
          <a:prstGeom prst="rect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8492" y="30906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手機 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8068" y="309067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Notebook 筆電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0439" y="3255263"/>
            <a:ext cx="21945" cy="10972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317175" y="3255263"/>
            <a:ext cx="21945" cy="10972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00439" y="3364991"/>
            <a:ext cx="1338681" cy="2194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58807" y="3364991"/>
            <a:ext cx="21945" cy="256032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61220" y="341985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AJAX / JSON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8220" y="3621024"/>
            <a:ext cx="2103120" cy="4572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778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PHP  API  Layer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58807" y="4169663"/>
            <a:ext cx="21945" cy="20116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1220" y="4169663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PDO</a:t>
            </a:r>
          </a:p>
        </p:txBody>
      </p:sp>
      <p:sp>
        <p:nvSpPr>
          <p:cNvPr id="34" name="Magnetic Disk 33"/>
          <p:cNvSpPr/>
          <p:nvPr/>
        </p:nvSpPr>
        <p:spPr>
          <a:xfrm>
            <a:off x="8892540" y="4407408"/>
            <a:ext cx="1554479" cy="475488"/>
          </a:xfrm>
          <a:prstGeom prst="flowChartMagneticDisk">
            <a:avLst/>
          </a:prstGeom>
          <a:noFill/>
          <a:ln w="19050">
            <a:solidFill>
              <a:srgbClr val="61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1DAFB"/>
                </a:solidFill>
                <a:latin typeface="Consolas"/>
                <a:ea typeface="Consolas"/>
                <a:cs typeface="Consolas"/>
              </a:rPr>
              <a:t>MariaDB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1874519"/>
            <a:ext cx="8595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1DAFB"/>
                </a:solidFill>
                <a:latin typeface="Consolas"/>
                <a:ea typeface="Consolas"/>
                <a:cs typeface="Consolas"/>
              </a:rPr>
              <a:t>WEEK 16  /  50 SLIDES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2377440"/>
            <a:ext cx="9692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</a:pPr>
            <a:r>
              <a:rPr sz="2400" b="1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第 16 週：PHP + MariaDB 環境雲端部署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1560" y="4315968"/>
            <a:ext cx="1371600" cy="45720"/>
          </a:xfrm>
          <a:prstGeom prst="rect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457200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核心命題：關掉筆電，系統依然為全世界服務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5175504"/>
            <a:ext cx="96926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Designed by : </a:t>
            </a:r>
            <a:r>
              <a:rPr sz="1400" b="1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Salu Chen &amp; Claude 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562356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資訊技術整合　|　全域第 751 ~ 800 頁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技術主軸：VPS · SSH · LAMP · mysqldump · DNS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區塊一：雲端運算與 VPS 導論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32803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本機的侷限：關掉筆電，手機就失聯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P.02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整個開發環境都跑在自己的筆電上。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一旦關機或離開學校網路，手機 App 立刻失聯。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59E0B"/>
                </a:solidFill>
                <a:latin typeface="Noto Sans TC"/>
                <a:ea typeface="Noto Sans TC"/>
                <a:cs typeface="Noto Sans TC"/>
              </a:rPr>
              <a:t>【⚡ 效能警告】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系統的生命，被綁在一台筆電與一個內網上。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要讓系統永遠在線，就必須搬上雲端。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本機 vs 雲端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960" y="2359152"/>
            <a:ext cx="2410815" cy="420624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本機部署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2926080"/>
            <a:ext cx="2081631" cy="3127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綁在筆電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限校園網路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關機即斷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無法對外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079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5079" y="2359152"/>
            <a:ext cx="2410815" cy="420624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雲端部署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9671" y="2926080"/>
            <a:ext cx="2081631" cy="3127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24 小時在線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公網可達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固定 IP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服務全球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區塊一：雲端運算與 VPS 導論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49205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雲端基礎：IaaS 與各大託管商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P.03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IaaS（基礎設施即服務）把伺服器變成隨租隨用的資源。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不必自己買機器、拉網路，租一台就能用。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常見託管商：AWS、Linode、DigitalOcean。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雲端讓個人與新創也能輕鬆擁有正式伺服器。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雲端運算基礎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IaaS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基礎設施即服務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隨租隨用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免自購硬體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託管商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AWS / Linode 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區塊一：雲端運算與 VPS 導論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65607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VPS 是什麼：大伺服器裡切給你的獨立空間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P.04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VPS（虛擬專用伺服器）以虛擬化切分一台實體大機器。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切出一塊獨立的 Linux 系統空間專屬於你。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你有完整的 root 權限，如同擁有一台真伺服器。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價格親民，是教學與小型專案的理想選擇。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實體伺服器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一台大機器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87970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3106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切分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3226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虛擬化切分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多個 VPS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505492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50628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分配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0748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你的 VPS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獨立 Linux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區塊一：雲端運算與 VPS 導論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08200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本課程目標：固定公網 IP 的 Ubuntu 伺服器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P.05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目標：建置一台具備固定公網 IP 的 Ubuntu 伺服器。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把 PHP REST API 與 MariaDB 完美安放其上。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固定 IP 讓手機在任何網路下都能找到它。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本週就一步步把系統從內網搬上這台雲端主機。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部署目標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Ubuntu Linux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作業系統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固定公網 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全球可達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PHP + MariaDB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安放其上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區塊二：Linux 命令列與 SSH 連線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298411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跨入命令列：告別圖形介面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P.06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雲端 Linux 伺服器多半沒有圖形桌面。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所有操作都在黑色的命令列中完成。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這是專業工程師與伺服器溝通的標準方式。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指令雖然陌生，但精準、高效、可自動化。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操作方式的轉變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圖形介面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點選操作（本機）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命令列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指令操作（雲端）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優勢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精準、可自動化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區塊二：Linux 命令列與 SSH 連線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514813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SSH：安全的遠端連線神兵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P.07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SSH 連線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SSH（Secure Shell）：加密的遠端連線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ssh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root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@122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117.224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79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格式：ssh 使用者@伺服器IP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連上後，你的終端機就等於在操作那台雲端主機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所有指令都在遠端執行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SSH 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ssh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安全遠端連線。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root@IP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使用者與位址。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加密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傳輸全程加密。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遠端執行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指令跑在雲端。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區塊二：Linux 命令列與 SSH 連線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731215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金鑰驗證：以 RSA 金鑰對取代明文密碼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P.08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在本地產生一對 RSA 金鑰：公鑰與私鑰。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把公鑰部署到雲端，私鑰留在自己電腦。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登入時以金鑰配對驗證，取代危險的明文密碼。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金鑰驗證更安全，也免去每次輸入密碼。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本地私鑰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自己保管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6731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1867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配對驗證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1987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雲端公鑰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部署上去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區塊二：Linux 命令列與 SSH 連線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947617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五大導航指令：ls、cd、pwd、mkdir、rm -rf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P.09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Linux 導航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ls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la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列出檔案（含隱藏與詳細資訊）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www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切換目錄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pwd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顯示目前所在路徑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mkdir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project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建立新目錄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rm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rf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temp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★ 刪除目錄（危險！無法復原）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指令速成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ls -la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列出所有檔案。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cd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切換目錄。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pwd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查目前位置。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rm -rf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刪除，慎用！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區塊二：Linux 命令列與 SSH 連線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216401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目錄樹：/var/www/html 是網頁的老巢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P.10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Linux 以 / 為根，向下展開整棵目錄樹。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/var/www/html 是網頁與 API 檔案的預設落腳處。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我們的 api.php 未來就放在這裡。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認得關鍵目錄，才不會在檔案系統裡迷路。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關鍵目錄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75704" y="2359152"/>
          <a:ext cx="449244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8156"/>
                <a:gridCol w="2314290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路徑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用途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/var/www/html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網頁與 API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/etc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設定檔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/var/log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日誌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/tmp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暫存檔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區塊三：雲端 LAMP 堆疊手動建置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2380420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拋棄 XAMPP：純命令列從零安裝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P.11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雲端沒有 XAMPP 那種一鍵安裝的懶人包。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必須在純 Linux 命令列下，逐一安裝軟體。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這套堆疊稱為 LAMP：Linux、Apache、MariaDB、PHP。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手動安裝雖繁瑣，卻能徹底掌握每個環節。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LAMP 堆疊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777239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Linux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作業系統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300984"/>
            <a:ext cx="4492447" cy="777239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Apache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網頁伺服器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242816"/>
            <a:ext cx="4492447" cy="777239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MariaDB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資料庫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75704" y="5184648"/>
            <a:ext cx="4492447" cy="777239"/>
          </a:xfrm>
          <a:prstGeom prst="roundRect">
            <a:avLst>
              <a:gd name="adj" fmla="val 1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PHP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解譯核心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區塊三：雲端 LAMP 堆疊手動建置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2596822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APT 更新：刷新雲端鏡像庫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P.12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APT 更新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APT 是 Ubuntu 的套件管理器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安裝任何軟體前，先更新套件清單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apt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update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&amp;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&amp;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apt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upgrade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update：刷新可用套件清單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upgrade：升級已安裝的套件到最新版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APT 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sudo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以管理員權限執行。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update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刷新套件清單。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upgrade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升級既有套件。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先更新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安裝前的好習慣。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區塊三：雲端 LAMP 堆疊手動建置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2813224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安裝 Apache 與 PHP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P.13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安裝 Apache/PHP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安裝 Apache 網頁伺服器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apt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install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apache2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安裝 PHP 及其與 Apache、MySQL 的橋接套件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apt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install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php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libapache2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mod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php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php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mysql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安裝後重啟 Apache 讓 PHP 生效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systemctl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restart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apache2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安裝要點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apache2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網頁伺服器。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php-mysql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PHP 連資料庫。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mod-php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Apache 執行 PHP。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restart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重啟使其生效。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區塊三：雲端 LAMP 堆疊手動建置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3029626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安裝 MariaDB 資料庫伺服器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P.14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安裝 MariaDB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安裝 MariaDB 伺服器端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apt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install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mariadb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server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確認服務狀態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systemctl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status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mariadb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顯示 active (running) 即為正常運行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安裝要點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mariadb-server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資料庫本體。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status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查服務狀態。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running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正常運行。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下一步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安全加固。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區塊三：雲端 LAMP 堆疊手動建置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3246028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守護進程：systemctl 確保重開機自動上線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P.15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守護進程管理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start：立即啟動服務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systemctl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start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mariadb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enable：設定開機時自動啟動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systemctl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enable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apache2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systemctl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enable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mariadb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如此伺服器重開機後，服務會自動復原上線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systemctl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start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立即啟動。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enable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開機自啟。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兩者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都要設定。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價值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重啟不需人工。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區塊四：雲端資料庫安全加固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3462430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裸奔警告：剛裝好的資料庫極度危險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P.16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剛安裝的 MariaDB 處於毫無防護的裸奔狀態。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可能有匿名帳號、空密碼、測試資料庫。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59E0B"/>
                </a:solidFill>
                <a:latin typeface="Noto Sans TC"/>
                <a:ea typeface="Noto Sans TC"/>
                <a:cs typeface="Noto Sans TC"/>
              </a:rPr>
              <a:t>【⚡ 效能警告】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公網上的伺服器，隨時被自動化工具掃描攻擊。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上線前，安全加固是絕對不能省的一步。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裸奔的風險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匿名帳號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無需帳密可登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root 無密碼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門戶大開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test 資料庫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多餘且危險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區塊四：雲端資料庫安全加固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3678832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黃金安全腳本：mysql_secure_installation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P.17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安全加固腳本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執行 MariaDB 內建的安全加固腳本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mysql_secure_installation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它會以互動問答，引導你完成一系列加固：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- 設定 root 密碼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- 刪除匿名用戶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- 禁止 root 遠端登入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- 移除 test 資料庫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腳本作用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互動引導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一問一答。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一次到位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涵蓋主要加固。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官方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MariaDB 內建。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必做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上線前執行。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區塊四：雲端資料庫安全加固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3895234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互動加固：密碼、匿名、遠端、test 四道關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P.18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設定一個強力的 root 密碼。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刪除任何人都能用的匿名測試用戶。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禁止 root 從遠端 IP 直接登入。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移除內建、多餘的 test 測試資料庫。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四道加固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75704" y="2359152"/>
          <a:ext cx="449244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021"/>
                <a:gridCol w="2450425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加固項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動作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root 密碼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設強密碼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匿名用戶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刪除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root 遠端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禁止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test 資料庫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移除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區塊四：雲端資料庫安全加固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111636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防火牆：以 ufw 只開必要的埠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P.19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ufw 防火牆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ufw：Ubuntu 的簡易防火牆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ufw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allow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22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SSH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ufw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allow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80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HTTP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ufw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allow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443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HTTPS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ufw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enable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啟用防火牆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未明確開放的埠一律封鎖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防火牆要點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22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SSH 遠端連線。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80/443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網頁 HTTP/HTTPS。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enable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啟用規則。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預設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其餘全封鎖。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區塊四：雲端資料庫安全加固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328038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封鎖 3306：資料庫嚴禁對外網開放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P.20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只開放 80、443、22 三個必要的埠。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MariaDB 的 3306 埠嚴格封鎖在內網。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資料庫只接受本機（PHP）的連線，杜絕外網爆破。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這與第 1 週「資料庫躲在中間層後」完全一致。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3306 埠策略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960" y="2359152"/>
            <a:ext cx="2410815" cy="420624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對外開放（危險）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2926080"/>
            <a:ext cx="2081631" cy="3127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3306 對公網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全球可掃描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暴力破解目標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門戶大開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079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5079" y="2359152"/>
            <a:ext cx="2410815" cy="420624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封鎖內網（安全）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9671" y="2926080"/>
            <a:ext cx="2081631" cy="3127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3306 僅本機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外網碰不到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PHP 才能連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杜絕爆破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區塊五：本地資料備份與雲端復原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54443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遷移難題：15 週的資料庫如何搬上雲端？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P.21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本地開發了 15 週，累積了珍貴的資料庫與十張表。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如何完整搬到雲端，一列不漏、結構不變？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答案是三步驟：本地備份 → 傳輸 → 雲端還原。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這是資料庫遷移的標準流程。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本地備份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mysqldump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87970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3106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打包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3226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傳輸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scp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505492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50628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上傳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0748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雲端還原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mysql &lt;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區塊五：本地資料備份與雲端復原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760841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本地備份：mysqldump 打包成 .sql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P.22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mysqldump 備份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mysqldump 把整個資料庫打包成單一 .sql 腳本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mysqldump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root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shop_db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backup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sql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產生的 backup.sql 內含：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- 所有 CREATE TABLE 結構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- 所有 INSERT 資料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是一份可完整重建資料庫的文字腳本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備份要點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mysqldump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資料庫匯出工具。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&gt; backup.sql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導向到檔案。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含結構與資料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完整快照。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純文字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可讀、可版控。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區塊五：本地資料備份與雲端復原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977243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跨網傳輸：scp 把 .sql 送進雲端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P.23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scp 傳輸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scp（Secure Copy）沿加密管道傳輸檔案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scp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backup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sql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root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@122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117.224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79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tmp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格式：scp 本地檔 使用者@IP:遠端路徑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檔案被安全送入雲端 VPS 的 /tmp 目錄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傳輸要點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scp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加密複製。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本地檔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要傳的 backup.sql。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:/tmp/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雲端目的地。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安全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走 SSH 加密。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區塊五：本地資料備份與雲端復原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5193645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雲端還原：mysql &lt; backup.sql 匯入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P.24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雲端還原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在雲端 Linux，先建立空資料庫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root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"CREATE DATABASE shop_db"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再把備份腳本匯入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root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shop_db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tmp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backup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sql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&lt; 代表把檔案內容當作輸入餵給 mysql 執行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還原要點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先建空庫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CREATE DATABASE。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&lt;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把檔案餵給 mysql。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逐句執行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重建結構與資料。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一鍵重生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十張表復活。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區塊五：本地資料備份與雲端復原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5410047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驗證：SHOW TABLES 見十表在雲端復活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P.25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驗證還原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root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shop_db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"SHOW TABLES;"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應列出十張具意義的資料表：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users, categories, products, cart,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orders, order_items, reviews, payments,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chat_rooms, messages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驗證要點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SHOW TABLES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列出所有表。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十張表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全數到齊。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結構完整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外部鍵無誤。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資料無缺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遷移成功。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區塊六：API 上傳與網頁權限調整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562644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上傳程式碼：Git 或 SFTP 送 api.php 上雲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P.26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把本地的 api.php 上傳到雲端的 /var/www/html/。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可用 Git 拉取，或以 SFTP 工具直接傳。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程式碼與資料庫都到位，後端才算真正就緒。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上傳後緊接著要處理 Linux 的權限問題。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上傳方式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Git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git clone / pull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SFTP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圖形工具上傳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目的地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/var/www/html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區塊六：API 上傳與網頁權限調整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5842851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權限高牆：403 Forbidden 的爆發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P.27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上傳後開網頁，卻迎來一個 403 Forbidden。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 Linux 最殘酷的權限高牆。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59E0B"/>
                </a:solidFill>
                <a:latin typeface="Noto Sans TC"/>
                <a:ea typeface="Noto Sans TC"/>
                <a:cs typeface="Noto Sans TC"/>
              </a:rPr>
              <a:t>【⚡ 效能警告】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檔案在那裡，但 Apache 沒有權限讀取它。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理解 Linux 權限，是跨越這道牆的關鍵。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檔案已上傳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存在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6731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1867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權限不足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1987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Apache 無權讀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403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區塊六：API 上傳與網頁權限調整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059253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三矩陣：擁有人、群組、其他人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P.28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Linux 每個檔案的權限分三組對象。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擁有人（Owner）、群組（Group）、其他人（Others）。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每組各有讀（r）、寫（w）、執行（x）三種權限。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Apache 進程能不能讀，就看它落在哪一組。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權限三矩陣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75704" y="2359152"/>
          <a:ext cx="449244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9751"/>
                <a:gridCol w="2722695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對象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含義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Owner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檔案擁有人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Group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所屬群組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Others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其他所有人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rwx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讀 / 寫 / 執行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區塊六：API 上傳與網頁權限調整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275655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轉讓擁有人：chown 給 www-data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P.29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chown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把網頁目錄的擁有權轉給 Apache 的進程用戶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chown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www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data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www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data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www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html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www-data 是 Apache 在 Ubuntu 的官方進程身分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-R 代表遞迴套用到目錄下所有檔案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chown 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www-data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Apache 進程身分。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-R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遞迴整個目錄。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轉擁有權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Apache 才讀得到。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解 403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權限對了。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區塊六：API 上傳與網頁權限調整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492057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chmod 755：確保外部可讀取執行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P.30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chmod 755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設定權限為 755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chmod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755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www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html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755 的意義：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擁有人：rwx（讀寫執行）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群組與其他人：r-x（讀與執行，不可寫）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確保外部網路能正常讀取執行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chmod 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755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常見的網頁權限。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擁有人 rwx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可讀寫執行。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其他 r-x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可讀執行不可寫。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安全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外部無法竄改。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區塊七：DNS 解析與 A 紀錄綁定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70845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為何不用 IP：難記且會隨遷移改變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P.31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讓使用者在 App 手動輸入 122.117.224.79？太荒謬。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IP 難記，而且可能隨伺服器遷移而更換。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一旦 IP 變了，所有寫死它的地方都要改。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解法：用一個好記、穩定的網域名稱。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IP vs 網域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960" y="2359152"/>
            <a:ext cx="2410815" cy="420624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用 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2926080"/>
            <a:ext cx="2081631" cy="3127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難記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會變動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遷移即失效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不專業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079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5079" y="2359152"/>
            <a:ext cx="2410815" cy="420624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用網域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9671" y="2926080"/>
            <a:ext cx="2081631" cy="3127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好記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穩定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遷移只改指向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專業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區塊七：DNS 解析與 A 紀錄綁定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924860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DNS：把網域翻譯成 IP 的階層系統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P.32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DNS 就像網際網路的電話簿。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把好記的網域名稱，翻譯成實際的 IP 位址。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它是階層式的分散系統，全球協同運作。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使用者只需記網域，DNS 負責找到對應的伺服器。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網域名稱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好記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87970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3106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解析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3226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DNS 查詢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翻譯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505492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50628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定位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0748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實際 IP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找到主機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區塊七：DNS 解析與 A 紀錄綁定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7141262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進入 DNS 後台：Cloudflare 或 Hinet 面板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P.33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網域需在 DNS 管理後台設定它指向哪台伺服器。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常見的管理面板有 Cloudflare、Hinet 託管等。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在這裡新增、修改各種 DNS 紀錄。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設定的核心，是接下來的 A 紀錄。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DNS 管理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DNS 後台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管理面板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Cloudflare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常見託管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 紀錄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核心設定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區塊七：DNS 解析與 A 紀錄綁定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7357664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A 紀錄：把主機名指向雲端公網 IP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P.34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 紀錄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[DNS]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A 紀錄（Address Record）：網域 → IP 的對應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類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型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主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機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名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mx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synergy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com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tw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指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向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IP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122.117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224.79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TTL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3600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設定後，這個網域就會解析到我們的雲端主機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A 紀錄要點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類型 A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位址紀錄。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主機名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你的網域。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指向 IP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雲端公網 IP。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TTL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快取存活時間。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區塊七：DNS 解析與 A 紀錄綁定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7574066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驗證：ping 網域，見它解析為雲端 IP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P.35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ping 驗證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ping 網域，觀察它被解析成哪個 IP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ping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mx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synergy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com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tw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若回應顯示 122.117.224.79，即代表：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DNS 已在幾毫秒內把網域正確解析為雲端 IP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網域綁定成功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驗證要點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ping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測試連通與解析。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看 IP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應是雲端 IP。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毫秒級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解析極快。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成功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綁定完成。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區塊八：前端網址的全面大換血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7790468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收網階段：打開 services/api.js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P.36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後端上雲、網域綁定後，輪到前端收網。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打開第 10 週建立的 services/api.js 架構檔。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當初把 Base URL 集中定義，此刻回報了。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只需改一個地方，全站請求就轉向雲端。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services/api.js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改一行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6731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1867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集中管理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1987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全站請求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轉向雲端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區塊八：前端網址的全面大換血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006870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抹除舊網址：告別內網 10.1.1.6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P.37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舊網址（廢棄）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61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1DAFB"/>
                </a:solidFill>
                <a:latin typeface="Consolas"/>
                <a:ea typeface="Consolas"/>
                <a:cs typeface="Consolas"/>
              </a:rPr>
              <a:t>[React Native]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舊的內網網址（開發期用）——徹底抹除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const BASE_URL = 'http://10.1.1.6/api.php';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它只在校園內網有效，離開就失聯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為何抹除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內網 IP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僅校園可用。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離網失聯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無法對外。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開發期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階段性任務。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該退場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被雲端取代。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區塊八：前端網址的全面大換血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223272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換上公網域名：mx.synergy.com.tw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P.38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新網址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61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1DAFB"/>
                </a:solidFill>
                <a:latin typeface="Consolas"/>
                <a:ea typeface="Consolas"/>
                <a:cs typeface="Consolas"/>
              </a:rPr>
              <a:t>[React Native]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換上有 DNS 保護的正式公網域名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1DAFB"/>
                </a:solidFill>
                <a:latin typeface="Consolas"/>
                <a:ea typeface="Consolas"/>
                <a:cs typeface="Consolas"/>
              </a:rPr>
              <a:t>const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BASE_URL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'http://mx.synergy.com.tw/api.php'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從此手機在任何網路下，都能找到雲端後端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因為只改這一個常數，全站請求同步轉向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換血要點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公網域名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全球可達。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DNS 保護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遷移只改指向。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一處修改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全站生效。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集中管理的回報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省時省力。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區塊八：前端網址的全面大換血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439674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網頁同步：admin.html 與 index.html 也換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P.39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手機端換了，PC 網頁端也不能漏。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同步修改 admin.html 與 index.html 的 API_URL。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三端全部指向同一個雲端網域。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任一端漏改，就會出現「有的通、有的不通」。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三端換血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75704" y="2359152"/>
          <a:ext cx="449244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886"/>
                <a:gridCol w="2586560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前端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修改處</a:t>
                      </a:r>
                    </a:p>
                  </a:txBody>
                  <a:tcPr marL="91440" marR="91440"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手機 App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services/api.js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管理後台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admin.html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顧客前台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index.html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原則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全部指向雲端</a:t>
                      </a:r>
                    </a:p>
                  </a:txBody>
                  <a:tcPr marL="91440" marR="9144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區塊八：前端網址的全面大換血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656076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雲端一體化：網頁檔也上傳到伺服器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P.40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10820095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把 admin.html 與 index.html 也上傳到雲端。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讓網頁前端與 API 都由同一台雲端主機提供。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達成整個系統的雲端一體化。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至此，後端、網頁、資料庫全在雲端運行。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224528"/>
            <a:ext cx="10820095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4224528"/>
            <a:ext cx="54864" cy="1920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4407408"/>
            <a:ext cx="103080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雲端一體化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網頁前端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admin/index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86530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1666" y="4946904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同一雲端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1786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PHP API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api.php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54772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9908" y="4946904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本機連線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60028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MariaDB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shop_db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區塊九：雲端權限與連線失敗排查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872478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錯誤一：Access denied for 'root'@'localhost'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P.41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PHP 拋出 PDOException 1698：root 存取被拒。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明明本地用得好好的，上雲卻連不上資料庫。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59E0B"/>
                </a:solidFill>
                <a:latin typeface="Noto Sans TC"/>
                <a:ea typeface="Noto Sans TC"/>
                <a:cs typeface="Noto Sans TC"/>
              </a:rPr>
              <a:t>【⚡ 效能警告】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 Ubuntu 對 root 的安全限制在作祟。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根因與解法，見下一頁。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944368"/>
            <a:ext cx="4967935" cy="320040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2944368"/>
            <a:ext cx="4967935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9128" y="308152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940296" y="308152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41464" y="308152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3026663"/>
            <a:ext cx="23161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錯誤 1698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2271" y="3008375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42271" y="304495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[Error]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2552" y="3456432"/>
            <a:ext cx="310896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456432"/>
            <a:ext cx="4163263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SQLSTATE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HY000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1698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Access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denied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user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'root'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@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'localhost'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區塊九：雲端權限與連線失敗排查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908887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剖析：Ubuntu 限制 root 走 auth_socket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P.42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為了安全，Ubuntu 預設 root 只能透過 sudo 系統登入。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這叫 auth_socket 驗證，綁定 Linux 系統身分。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它不允許 PHP 腳本用「密碼」直接連 root。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所以不該讓 PHP 用 root，而該另建專用帳號。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root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auth_socket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6731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1867" y="39593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不允許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1987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PHP 密碼連線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被拒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區塊九：雲端權限與連線失敗排查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9305281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解法：建立 PHP 專用帳號 api_user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P.43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建立 api_user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[MySQL]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-- 為 PHP API 建立專用帳號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CREATE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USER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'api_user'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@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'localhost'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IDENTIFIED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BY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'強密碼!2026'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-- 只授予對 shop_db 的 CRUD 權限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INSERT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UPDATE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DELETE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ON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shop_db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*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TO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'api_user'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@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'localhost'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FLUSH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PRIVILEGES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帳號要點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專用帳號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不用 root。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最小權限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僅 shop_db。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四種 CRUD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夠用即可。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符合規範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第 3 週原則。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區塊九：雲端權限與連線失敗排查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9521683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修改連線：api.php 改用 api_user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P.44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改用 api_user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[PHP Backend]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?php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把 PDO 連線改用專用帳號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$dsn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'mysql:host=127.0.0.1;dbname=shop_db;charset=utf8mb4'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$user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'api_user'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       </a:t>
            </a:r>
            <a:r>
              <a:rPr sz="125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不再用 root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$pass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'強密碼!2026'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$pdo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C5C8F0"/>
                </a:solidFill>
                <a:latin typeface="Consolas"/>
                <a:ea typeface="Consolas"/>
                <a:cs typeface="Consolas"/>
              </a:rPr>
              <a:t>PDO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$dsn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$user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$pass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$options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當場原地復活，API 恢復連線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修改要點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api_user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取代 root。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密碼連線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此帳號允許。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原地復活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連線恢復。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更安全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權限受限。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區塊九：雲端權限與連線失敗排查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9738085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排除大小寫：Linux 嚴格區分表名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P.45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Windows 不分大小寫，Linux 卻嚴格區分。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本地 Users 能查，上雲查 users 卻找不到表。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59E0B"/>
                </a:solidFill>
                <a:latin typeface="Noto Sans TC"/>
                <a:ea typeface="Noto Sans TC"/>
                <a:cs typeface="Noto Sans TC"/>
              </a:rPr>
              <a:t>【⚡ 效能警告】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這是「找不到資料表」的隱形 Bug。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解法：全站表名統一小寫，前後端一致。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大小寫敏感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960" y="2359152"/>
            <a:ext cx="2410815" cy="420624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Windows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2926080"/>
            <a:ext cx="2081631" cy="3127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不分大小寫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Users=users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本地正常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掩蓋問題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079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5079" y="2359152"/>
            <a:ext cx="2410815" cy="420624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Linux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9671" y="2926080"/>
            <a:ext cx="2081631" cy="3127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嚴格區分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Users≠users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上雲報錯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暴露問題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區塊十：雲端聯網大雙通驗收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9954487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最終指標：關筆電、切 4G，App 照樣運作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P.46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全班關閉自己筆電的 Apache。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拿出手機，關掉學校 Wi-Fi，切換成 4G/5G 行動網路。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在真正的行動網際網路上打開 App。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這是脫離內網、走向公網最徹底的驗證。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公網驗收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4344" y="2359152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關閉本機 Apache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940296" y="2976372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75704" y="3352800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24344" y="3352800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手機切 4G/5G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940296" y="3970020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75704" y="4346448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4344" y="4346448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App 載入雲端商品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6940296" y="4963668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75704" y="5340096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24344" y="5340096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公網發起客服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區塊十：雲端聯網大雙通驗收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017088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實機演示：4G 下載商品、發起客服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P.47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10820095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在行動網路上，App 須能暢快載入雲端商品。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並能在公網下發起即時客服聊天。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證明系統完全脫離了校園內網的臍帶。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它已是一個真正對外服務的網際網路應用。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224528"/>
            <a:ext cx="10820095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4224528"/>
            <a:ext cx="54864" cy="1920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4407408"/>
            <a:ext cx="103080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公網資料流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手機 4G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行動網路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86530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1666" y="4946904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Fetch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1786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公網域名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DNS 解析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54772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9908" y="4946904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查詢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60028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雲端 VPS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MariaDB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區塊十：雲端聯網大雙通驗收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0387291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逐組審查：VPS 運作與 DNS 解析速度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P.48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教師逐組審查各分組的雲端 Linux VPS 現狀。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檢查服務是否穩定運行、DNS 解析是否快速。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確認每組都真正完成了上雲部署。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紙上談兵不算，跑得起來才算數。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5000"/>
            </a:avLst>
          </a:prstGeom>
          <a:solidFill>
            <a:srgbClr val="F3F3FA"/>
          </a:solidFill>
          <a:ln w="15875">
            <a:solidFill>
              <a:srgbClr val="777B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1938528"/>
            <a:ext cx="4529023" cy="4023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審查重點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Apache 與 MariaDB 皆 enable 自啟。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3306 已封鎖、80/443 已開放。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DNS 正確解析到公網 IP。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PHP 以 api_user 連線正常。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區塊十：雲端聯網大雙通驗收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0603693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本週小結：系統蛻變為公網商務軟體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P.49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10820095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從 VPS、SSH、LAMP 建置，到安全加固。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從資料庫遷移、權限調整，到 DNS 綁定與換血。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系統正式脫離溫室，成為公網商務軟體。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它現在能為任何有網路的人服務。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" y="4361688"/>
            <a:ext cx="2808122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全球手機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公網存取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786530" y="49560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1666" y="46451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網域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91786" y="4361688"/>
            <a:ext cx="2808122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雲端 PHP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24h 在線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554772" y="49560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9908" y="4645151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服務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60028" y="4361688"/>
            <a:ext cx="2808122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雲端 MariaDB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資料落盤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區塊十：雲端聯網大雙通驗收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下週預告：防超賣事務鎖定與系統除錯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P.50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系統上線了，但還要禁得起惡意與極端操作。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第 17 週實作防超賣的資料庫事務鎖定。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並進行最終的系統除錯、邊界測試與優化。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讓系統的健壯性達到商業級防禦力。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第 17 週重點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4344" y="2359152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邊界測試與惡意輸入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940296" y="2976372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75704" y="3352800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24344" y="3352800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超賣現象剖析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940296" y="3970020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75704" y="4346448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4344" y="4346448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FOR UPDATE 悲觀鎖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6940296" y="4963668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75704" y="5340096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24344" y="5340096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後端重新計價防篡改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