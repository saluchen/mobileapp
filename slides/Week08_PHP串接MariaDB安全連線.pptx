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08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8 週：PHP 串接 MariaDB 資料庫（安全連線）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核心命題：語法與資料分離，是抵禦注入的唯一正道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351 ~ 400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技術主軸：PDO · Prepared Statement · password_hash · Transaction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區塊一：連線驅動演進與 PDO 核心優勢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三代驅動的演進：從被淘汰的 mysql_* 到現代 PDO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mysql_*：最古老的介面，已被 PHP 移除，嚴禁再用。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mysqli_*：僅支援 MySQL／MariaDB，功能完整但綁定單一資料庫。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PDO：統一介面、支援多種資料庫，是現代開發的首選。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本課程一律採用 PDO，兼顧安全性與可移植性。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三代驅動對照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驅動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現況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mysql_*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已移除，禁用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mysqli_*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僅限 MySQL 系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PDO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通用、推薦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本課程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全面採 PDO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區塊一：連線驅動演進與 PDO 核心優勢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PDO 是什麼：資料庫存取的抽象層，統一的 API 介面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PDO（PHP Data Objects）在你的程式與資料庫之間架起一層抽象。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無論底層是哪種資料庫，你呼叫的都是同一套方法。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prepare、execute、fetch——介面一致，學一次到處通用。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它同時內建了預備陳述式，是安全查詢的基礎。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PDO 的定位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你的 PHP 程式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呼叫統一的 PDO 方法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PDO 抽象層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轉譯為對應驅動指令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資料庫驅動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MySQL / PostgreSQL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區塊一：連線驅動演進與 PDO 核心優勢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戰略優勢：換資料庫時，API 程式碼幾乎不用重寫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企業日後若從 MariaDB 遷移到 PostgreSQL 或 Oracle……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只需更換 PDO 的連線字串（DSN），業務程式碼幾乎不動。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若用 mysqli_*，則整份查詢程式碼都得改寫。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這種可移植性，是大型專案選擇 PDO 的關鍵理由。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可移植性對比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mysqli_*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綁定 MySQL 系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換資料庫需重寫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介面各自不同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移植成本高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支援多種資料庫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只改連線字串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介面完全一致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移植成本極低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區塊一：連線驅動演進與 PDO 核心優勢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全局架構：PHP 如何透過 PDO 抵達遠端資料庫實體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PDO 連線鏈路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應用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業務邏輯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呼叫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PDO 抽象層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統一介面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轉譯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 驅動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轉譯指令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連線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資料庫實體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落盤儲存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程式只面對 PDO，完全不需知道底層驅動的細節。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這層隔離同時帶來了安全（預備陳述式）與彈性（可換庫）。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區塊二：SQL 注入攻擊原理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什麼是 SQL 注入：把惡意語法混進輸入，騙資料庫執行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攻擊者在輸入框灌入 SQL 語法片段，而非正常資料。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若後端把輸入直接拼進 SQL 字串，這些片段就會被當指令執行。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它長年高居 Web 安全風險榜首，危害極大卻極易防範。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根源只有一個：把「資料」和「語法」混在一起。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惡意輸入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含 SQL 片段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拼接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字串拼接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混入語法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誤執行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執行惡意指令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區塊二：SQL 注入攻擊原理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反面教材：直接字串拼接的致命漏洞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漏洞示範（勿模仿）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絕對禁止這樣寫！僅作為反面教材 ★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$sql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'" . $userEmail . "'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'" . $userPwd . "'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使用者輸入被「直接」黏進 SQL 字串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一旦輸入含有引號與 SQL 語法，結構就被改寫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query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$sql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問題所在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字串拼接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輸入被當成語法的一部分。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引號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使用者的引號能提前閉合字串。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query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直接執行拼好的字串，毫無防護。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後果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驗證被繞過，見下一頁。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區塊二：SQL 注入攻擊原理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攻擊手法：Email 欄輸入 admin' OR '1'='1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攻擊者在 Email 欄位輸入：admin@shop.com' OR '1'='1。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密碼欄位隨意亂填，因為它根本不會被真正驗證。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前面的單引號提前閉合了字串，後面接上自己的邏輯。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 '1'='1' 是一個永遠成立的條件——這正是關鍵。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惡意輸入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[Attack]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輸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入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admin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@shop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 OR '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'='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密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碼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欄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：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（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隨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意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區塊二：SQL 注入攻擊原理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SQL 悲劇：'1'='1' 永遠成立，密碼驗證瞬間被繞過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被改寫的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拼接後實際送進資料庫的 SQL：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'admin@shop.com'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'1'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'1'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'...任意...'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'1'='1' 恆為真 → 整個 WHERE 條件成立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資料庫回傳第一筆使用者，密碼從未被檢查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攻擊者以管理員身分成功登入！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災難拆解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引號閉合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使用者引號結束了 email 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OR '1'='1'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插入一個恆真條件。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繞過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WHERE 恆真，密碼判斷失效。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無需密碼即以最高權限登入。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區塊二：SQL 注入攻擊原理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極致危害：一句 DROP TABLE 就能抹平整個資料庫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注入不只能偷看資料，還能刪改整個資料庫。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輸入 '; DROP TABLE Users; -- 可能讓整張表瞬間消失。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全站會員資料化為烏有，且往往無法復原。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危害如此巨大，而防禦方法其實只有一個關鍵動作。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注入能造成的危害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竊取：讀出全站帳號與個資。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竄改：任意修改價格或權限。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破壞：DROP TABLE 抹除資料。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提權：以管理員身分接管系統。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區塊三：預備陳述式的運作機制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傳統流程：分析、編譯、執行一次完成，給了可乘之機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傳統做法：收到一整串 SQL，當場分析語法、編譯、執行。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因為資料已經拼在字串裡，編譯時分不清哪些是惡意語法。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只要輸入能改變字串結構，就能改變被編譯的指令。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問題的核心，是「資料」在編譯前就混進了「語法」。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傳統執行流程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收到拼好的完整 SQL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分析語法結構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編譯（惡意片段已混入）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 → 被攻擊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區塊三：預備陳述式的運作機制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降維打擊：語法與資料分離，骨架先送去編譯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預備陳述式先送出「帶問號占位符」的 SQL 骨架。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此時骨架裡沒有任何使用者資料，資料庫先行編譯。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編譯完成後，這條 SQL 的結構就被固定下來。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資料要到執行階段才送入——語法與資料徹底分家。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SQL 骨架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含 ? 占位符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先編譯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資料庫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搶先編譯固定結構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區塊三：預備陳述式的運作機制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先編譯、後代入：結構固定後，參數只能是純文字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預備陳述式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1. 送出骨架，資料庫先編譯（結構就此固定）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* FROM users WHERE email = ? AND password = ?"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2. 執行時才把資料當「純文字」代入占位符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參數永遠是資料，不可能變成語法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兩階段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prepare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送骨架，資料庫先編譯。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 占位符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標記資料要代入的位置。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execute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傳入陣列，資料才代入。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保證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參數恆為文字，非語法。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區塊三：預備陳述式的運作機制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同樣的攻擊字串：這次只被當成一段普通文字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攻擊者一樣輸入 admin' OR '1'='1。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但結構早已固定，這串字只是「一個很長的 email 值」。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資料庫拿它去比對 email 欄位，當然查無此人。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注入攻擊就此失效——不是被擋下，而是根本無從發生。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惡意字串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OR '1'='1'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無害代入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占位符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當成純文字 email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區塊三：預備陳述式的運作機制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時間線隔離：編譯期與執行期，攻擊無縫可鑽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編譯期：只有 SQL 骨架，此時決定了指令結構。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執行期：才代入使用者資料，但結構已無法再改變。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攻擊要生效必須改變結構，但它出現的時機已太晚。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把兩個階段從時間上隔開，正是防禦注入的根本原理。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時間線隔離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階段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發生的事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編譯期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骨架送出，結構固定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（此時無資料）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攻擊無從介入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執行期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資料以純文字代入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結果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結構不可再變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區塊四：建立安全的 PDO 連線配置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初始化連線：以 DSN 指定驅動、主機、資料庫與編碼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config/db.php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DSN：驅動:host=...;dbname=...;charset=...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$dsn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'mysql:host=127.0.0.1;dbname=shop_db;charset=utf8mb4'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'shop_api'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'StrongPassword!2026'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$dsn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charset=utf8mb4 確保中文與 Emoji 正確傳遞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DSN 組成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mysql: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指定使用 MySQL／MariaDB 驅動。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資料庫伺服器位址。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dbname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要連線的資料庫名稱。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charset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務必設 utf8mb4。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區塊四：建立安全的 PDO 連線配置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try-catch 包裹連線：別讓密碼隨錯誤訊息外洩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安全的連線錯誤處理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$dsn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$pass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$options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PDOException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切勿把 $e-&gt;getMessage() 直接回給前端！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原始訊息可能含主機、帳號等敏感資訊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error_log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getMessage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只寫進日誌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'資料庫連線失敗'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回模糊訊息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try-catch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攔截連線失敗的例外。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勿外洩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原始訊息含敏感連線資訊。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error_log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細節只寫日誌供自己看。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回前端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只給模糊的通用訊息。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區塊四：建立安全的 PDO 連線配置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屬性一：ERRMODE_EXCEPTION，讓錯誤主動拋例外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預設下，PDO 的錯誤可能悄悄發生而不中斷程式。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設為 ERRMODE_EXCEPTION，任何資料庫錯誤都會拋出例外。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如此便能以 try-catch 統一捕捉並妥善處理。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錯誤「叫得出來」，才有辦法被正確地處理與記錄。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ATTR_ERRMODE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ERRMODE_EXCEPTION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所有 DB 錯誤改以例外拋出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區塊四：建立安全的 PDO 連線配置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屬性二：FETCH_ASSOC，預設就以關聯陣列取值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預設抓取模式會同時回傳數字與欄位名兩套鍵，冗餘且易混淆。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設為 FETCH_ASSOC，只以欄位名為鍵，乾淨明確。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取回的陣列可直接 json_encode 成前端要的物件。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設為預設後，每次 fetch 就不必再重複指定。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抓取模式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ATTR_DEFAULT_FETCH_MODE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FETCH_ASSOC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取回 ['id'=&gt;1, 'name'=&gt;'耳機']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區塊四：建立安全的 PDO 連線配置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屬性三：關閉模擬預備，交由 MariaDB 真正預編譯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config/db.php（完整）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$options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ATTR_ERRMODE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ERRMODE_EXCEPTION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ATTR_DEFAULT_FETCH_MODE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FETCH_ASSOC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ATTR_EMULATE_PREPARES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關閉模擬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$dsn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$pass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$options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EMULATE_PREPARES=false → 真正交給資料庫預編譯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三大屬性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EXCEPTION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錯誤一律拋例外。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FETCH_ASSOC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統一以關聯陣列取值。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EMULATE=false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 MariaDB 真預編譯。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這份設定即全站連線範本。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區塊五：會員註冊與密碼雜湊落盤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商務安全底線：資料庫絕對不能儲存明文密碼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明文儲存密碼，一旦資料庫外洩，所有使用者立刻裸奔。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許多人重複使用密碼，一站淪陷往往連累其他服務。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連系統管理員都不該有辦法看到使用者的原始密碼。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正確做法：只儲存密碼的「雜湊值」，而非密碼本身。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密碼儲存方式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存明文（絕不可）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外洩即全裸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管理員看得到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連累其他網站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嚴重違反規範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存雜湊（正確）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外洩也難反推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無人知道原密碼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傷害範圍受限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業界標準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區塊五：會員註冊與密碼雜湊落盤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認識雜湊：不可逆，且輸入微改就雪崩式全變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雜湊（Hashing）是單向運算：算得出去，卻推不回來。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雪崩效應：輸入只改一個字元，輸出就面目全非。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驗證時是把使用者輸入「重新雜湊」再比對，而非解密。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內建 password_hash() 已封裝好這一切。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雜湊的三個性質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不可逆性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由雜湊值無法還原密碼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雪崩效應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輸入微變，輸出全變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驗證方式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重新雜湊後比對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區塊五：會員註冊與密碼雜湊落盤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 password_hash 加 BCRYPT 產生強雜湊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密碼雜湊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註冊時：把明文密碼轉為 60 字元的 BCRYPT 雜湊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$plainPwd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PASSWORD_BCRYPT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例：$2y$10$N9qo8uLOickgx2ZMRZoMy...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登入時：以 password_verify 比對，切勿自己解密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password_verify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$inputPwd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$hashFromDB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密碼正確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password_hash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產生含鹽的安全雜湊。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BCRYPT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抗 GPU 暴力破解。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60 字元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資料庫欄位需足夠長度。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password_verify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驗證專用，勿自行比對。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區塊五：會員註冊與密碼雜湊落盤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註冊 API：以問號占位符安全寫入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api/register.php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PASSWORD_BCRYPT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password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密碼欄位存入的是 BCRYPT 雜湊，而非明文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先雜湊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密碼在寫入前就轉為雜湊。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 占位符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三個欄位全走預備陳述式。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execute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資料以陣列安全代入。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防注入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任何欄位都不怕惡意輸入。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區塊五：會員註冊與密碼雜湊落盤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回傳新編號：以 lastInsertId 封裝成 201 Created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回傳 201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$hash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取回 MariaDB 剛自動產生的主鍵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$newId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lastInsertId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資源已建立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'註冊成功'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$newId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回應設計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lastInsertId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取得自增主鍵值。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201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新建成功的標準碼。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回傳 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讓前端立即取得新使用者編號。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不回密碼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回應絕不包含任何密碼欄位。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區塊六：Products 安全讀取與防呆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激活路由：在 api.php 掛上 products 資源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在第 7 週的路由骨架中，正式啟用 products 的 case。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交給查詢函數，POST 交給上架函數。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每個動詞都改為真正操作 MariaDB，而非回傳假資料。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路由中心至此開始驅動真實的資料庫。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激活 products 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區塊六：Products 安全讀取與防呆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分流設計：全表查詢與單一商品查詢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/products：無 id 參數，回傳全表（需分頁）。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/products?id=5：帶 id，回傳單一商品。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isset($_GET['id']) 判斷走哪一條分流。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兩條路徑共用同一個端點，符合 REST 資源設計。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查詢分流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290"/>
                <a:gridCol w="217815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行為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/products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查全表（分頁）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GET /products?id=5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查單一商品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有 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精準查詢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 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列表查詢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區塊六：Products 安全讀取與防呆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以具名占位符 :id 精準查詢單一商品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具名占位符查詢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具名占位符 :id，語意比 ? 更清楚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取單行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具名 vs 問號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:id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具名占位符，可讀性高。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對應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execute 以 [':id' =&gt; $id] 傳入。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多參數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具名在欄位多時尤其清楚。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同樣安全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 ? 一樣防注入。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區塊六：Products 安全讀取與防呆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取值方法：fetch 取單行，fetchAll 取多行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fetch vs fetchAll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單行：回傳一個關聯陣列，查無則為 false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多行：回傳陣列的陣列，查無則為空陣列 []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* FROM products LIMIT 20"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$list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fetchAll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兩者差異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取一行，適合單筆查詢。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fetchAll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取全部，適合列表。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查無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fetch 回 false、fetchAll 回 []。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選用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依預期筆數選對方法。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區塊六：Products 安全讀取與防呆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邊界防呆：ID 不存在就回 404 商品不存在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404 防呆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查無此商品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'商品不存在'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'查詢成功'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防呆邏輯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 回 false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代表資料庫查無此 id。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404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精確表達「資源不存在」。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結構一致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錯誤與成功同一種 JSON。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勿回 200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查無資料不是成功。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區塊七：跨平台 AJAX 商品安全上架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 /products：處理來自手機與 PC 的上架寫入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同一個端點，同時服務手機 App 與 PC 管理網頁。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兩端送來的都是相同格式的 JSON，後端一視同仁處理。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這正是三層架構「一組 API、多種前端」的體現。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上架成功後，資料就落進 products 資料表。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一組 API 服務多端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上架表單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管理網頁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上架表單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POST /products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同一端點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INSERT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寫入 products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區塊七：跨平台 AJAX 商品安全上架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後端過濾：以 empty 嚴格卡關必填欄位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必填欄位卡關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名稱、價格、庫存任一缺漏，一律拒絕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'stock'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'商品名稱、價格、庫存為必填'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注意：價格與庫存可能為 0，用 isset 而非 empty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防呆細節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empty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名稱字串用它，空字串即擋。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isset 陷阱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價格 0 會被 empty 誤判。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數字欄位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改用 isset 判斷是否有送。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後端把關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永不信任前端已驗證。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區塊七：跨平台 AJAX 商品安全上架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六欄位安全寫入：帶參數的 INSERT INTO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api/add_product.php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description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image_url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'category_id'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'stock'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'description'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'image_url'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六個 ?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每個欄位都用占位符。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順序對應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execute 陣列順序須與 SQL 一致。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?? 預設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選填欄位給空字串預設。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全防注入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六欄位皆安全。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區塊七：跨平台 AJAX 商品安全上架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資料一致性：回傳真正落盤的完整商品物件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寫入成功後，以 lastInsertId 反查剛建立的那筆完整資料。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回傳「資料庫裡真正的樣子」，而非前端送來的原始輸入。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因為預設值、自動時間等欄位是資料庫才補上的。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前端據此更新畫面，與資料庫保持完全一致。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回傳落盤資料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$newId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lastInsertId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$newId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'上架成功'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區塊七：跨平台 AJAX 商品安全上架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驗證：Postman 送出，phpMyAdmin 長出新的一列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Postman 對 POST /products 送出上架用的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應收到 201 Created 與剛建立的完整商品物件。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再到 phpMyAdmin 檢查，products 表確實多了一列。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前後端到資料庫的寫入鏈路，至此完整驗證通過。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上架驗證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送出上架 JSON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 201 與商品物件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phpMyAdmin 出現新列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寫入鏈路驗證完成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區塊八：交易處理於訂單成立的應用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結帳情境：訂單主表與明細表必須同時寫入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顧客按下結帳，後端要寫 orders，也要寫多列 order_items。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這是一組「必須全部成功」的多步驟寫入。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任一步失敗，其他步驟就不該留下任何痕跡。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這正是資料庫交易（Transaction）的經典戰場。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寫 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訂單主表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須同時成功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寫 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訂單明細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區塊八：交易處理於訂單成立的應用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災難預言：主表有錢、明細為空的會計黑帳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若寫完 orders 後、寫 order_items 時伺服器突然斷電……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資料庫留下一筆有金額、卻沒有任何明細的訂單。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帳目對不起來，是財務系統最嚴重的資料損毀。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沒有交易保護的多步驟寫入，隨時可能製造這種黑帳。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無交易保護的災難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 orders 成功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 order_items 前斷電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訂單有金額、無明細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帳目損毀、無法對帳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區塊八：交易處理於訂單成立的應用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beginTransaction：先鎖定，讓後續寫入暫不落盤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 beginTransaction，開啟一段交易。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此後的所有寫入都暫存於交易中，尚未真正落盤。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要到 commit 那一刻，全部變更才會一次性生效。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這就替多步驟寫入建立了「全有或全無」的保護傘。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開啟交易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beginTransaction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之後的 INSERT 皆暫存於交易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commit 前不會真正寫入磁碟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區塊八：交易處理於訂單成立的應用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commit 與 rollBack：成功全落盤，出錯全回滾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api/checkout.php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beginTransaction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"INSERT INTO orders ..."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$orderId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lastInsertId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"INSERT INTO order_items ..."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全部成功 → 一次落盤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catch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Exception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rollBack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任一步失敗 → 全數回滾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'結帳失敗，已取消'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交易結構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begin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開啟交易。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commit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全部成功才落盤。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rollBack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catch 中觸發，全數還原。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保證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訂單與明細同生共死。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區塊八：交易處理於訂單成立的應用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期末關鍵：交易能力是商務級評分的絕對門檻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任何牽涉「多表同時寫入」的功能，都必須包在交易裡。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結帳、轉帳、庫存扣減連動，皆屬此類。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期末專案若少了交易保護，資料一致性即不及格。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把這段程式碼練熟，是通過商務級評分的關鍵。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何時一定要用交易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一次操作牽涉兩張以上資料表寫入。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扣庫存與建訂單必須連動。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金額或帳目相關的任何寫入。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任一步失敗都不可留下半成品。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區塊九：PDO 連線與 SQL 報錯排除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錯誤一：1364 欄位沒有預設值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訊息：Field '...' doesn't have a default value。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成因：INSERT 漏了某個必填欄位，而該欄又無預設值。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解法一：補上該欄位的參數；解法二：為欄位設 DEFAULT。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先看訊息點名哪個欄位，再決定補參數或改 DDL。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 1364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[Error]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SQLSTATE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HY000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General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1364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Field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doesn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have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→ INSERT 補上 price 參數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區塊九：PDO 連線與 SQL 報錯排除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深入 1364：修正 DDL 或補齊 SQL 參數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若欄位本就必填，正解是在 INSERT 中補上它的值。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若欄位可有合理預設，則在 DDL 為它加上 DEFAULT。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兩者擇一，取決於這個欄位在商務上該不該必填。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切勿為了消錯而隨意塞空值，先想清楚語意。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兩種修正方向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 SQL 參數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欄位確實必填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在 INSERT 帶入值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前端須提供該欄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語意最正確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改 DDL 預設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欄位可有預設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ALTER 加 DEFAULT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前端可不提供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適合選填欄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區塊九：PDO 連線與 SQL 報錯排除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錯誤二：對 null 呼叫 prepare，連線變數沒進到函數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訊息：Call to a member function prepare() on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成因：函數內的 $pdo 是 null——連線變數沒被傳進來。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函數看不到外部變數，$pdo 在函數內是未定義的。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正解：以參數把 $pdo 傳入函數，而非依賴 global。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作用域修正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錯：函數內 $pdo 為 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對：以參數傳入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good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區塊九：PDO 連線與 SQL 報錯排除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除錯利器：debugDumpParams 印出參數綁定現狀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debug/dump.php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* FROM products WHERE id = :id"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':id'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印出這條預備陳述式的 SQL 與實際綁定的參數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debugDumpParams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可看到占位符、型別與代入的值，快速定位綁定錯誤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印出 SQL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看實際送出的語句。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印出參數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確認占位符是否都綁到值。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定位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綁定數量不符時特別有用。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時機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查詢結果不如預期時先印它。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區塊九：PDO 連線與 SQL 報錯排除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連線除錯清單：密碼、Port 3306 與防火牆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連不上資料庫時，依這份清單逐項排查最有效率。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先確認帳密與資料庫名稱是否完全正確。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再確認 MariaDB 有啟動、Port 3306 未被防火牆封鎖。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多數連線問題，都逃不出這幾個常見原因。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連線除錯清單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482"/>
                <a:gridCol w="2994964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檢查項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確認內容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帳密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user / password 正確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資料庫名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dbname 拼字無誤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服務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MariaDB 已啟動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Port 3306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未被防火牆封鎖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區塊十：本週挑戰與期中大點兵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實驗任務：api.php 接上 MariaDB 並全面防注入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把大一統 api.php 正式與 MariaDB 連線。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實作 Users 註冊與 Products 讀寫，全程使用預備陳述式。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密碼一律以 password_hash 雜湊後落盤。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Postman 驗證各端點，確認防注入與狀態碼皆正確。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實驗檢核表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PDO 安全連線設定完成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註冊 API 雜湊密碼落盤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商品讀寫全走預備陳述式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驗證防注入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區塊十：本週挑戰與期中大點兵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現場抽測：註冊後檢查密碼是否已成 BCRYPT 亂碼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隨機抽點，要求以 Postman 對其伺服器註冊一名新用戶。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再到 phpMyAdmin 檢查該筆的 password 欄位。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必須是 $2y$ 開頭的 BCRYPT 雜湊，而非明文。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若看到明文密碼，該功能直接判定不合格。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抽測合格標準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Postman 註冊回傳 201 Created。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資料庫確實新增一列使用者。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password 為 $2y$ 開頭的雜湊。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回應中不含任何明文密碼。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區塊十：本週挑戰與期中大點兵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隨堂問答：為何 password_hash 一定要在後端算？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問題：為何不讓 React Native 在手機端先雜湊密碼？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理由一：前端程式碼可被反編譯，演算法與邏輯無所遁形。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理由二：後端才是統一、可信的安全邊界。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若前端雜湊，那串雜湊本身就等同於密碼，毫無意義。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雜湊該在哪端算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前端算（錯）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邏輯可被反編譯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雜湊值等同密碼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無統一安全邊界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難以更換演算法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後端算（對）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邏輯留在伺服器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傳輸走 HTTPS 保護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統一安全邊界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可集中升級演算法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區塊十：本週挑戰與期中大點兵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本週小結：前後端與資料庫的安全管道全面暢通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建立了安全、可移植的資料庫連線。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以預備陳述式徹底封死 SQL 注入。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以密碼雜湊與交易處理，守住帳號與帳目的安全。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三層架構的底層安全管道，至此完全打通。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已就緒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安全通道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+ PDO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安全串接完成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預備陳述式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真實 CRUD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W8: PHP 串接 MariaDB 資料庫（安全連線）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區塊十：本週挑戰與期中大點兵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下週預告：期中大驗收，提案報告與 ERD 總審查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9 週進行期中大驗收，各分組上台提案報告。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重點審查資料表結構的 ERD 與 API 規格書。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檢視前八週的地基是否穩固，能否支撐後續開發。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把前半學期的成果，整合成一份完整的專案藍圖。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9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各組提案報告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ERD 結構總審查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API 規格書檢視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確認地基穩固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