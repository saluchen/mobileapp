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9503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53551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37599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1647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569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85455" y="173736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703320" cy="288036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64524" y="2249424"/>
            <a:ext cx="493776" cy="786384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9972" y="2295144"/>
            <a:ext cx="182880" cy="27432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46820" y="2450592"/>
            <a:ext cx="27432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6820" y="2578608"/>
            <a:ext cx="2011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6820" y="2706624"/>
            <a:ext cx="237744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6820" y="2834640"/>
            <a:ext cx="329184" cy="109728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79508" y="2304288"/>
            <a:ext cx="1097280" cy="640080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70948" y="2432304"/>
            <a:ext cx="621792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0948" y="2560320"/>
            <a:ext cx="45720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0948" y="2688336"/>
            <a:ext cx="54864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0948" y="2798064"/>
            <a:ext cx="731520" cy="548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8068" y="2944368"/>
            <a:ext cx="1280160" cy="91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8492" y="30906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8" y="309067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Notebook 筆電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439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17175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0439" y="3364991"/>
            <a:ext cx="1338681" cy="2194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8807" y="3364991"/>
            <a:ext cx="21945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1220" y="34198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AJAX /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8220" y="3621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778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PHP  API 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58807" y="4169663"/>
            <a:ext cx="21945" cy="2011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1220" y="41696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PDO</a:t>
            </a:r>
          </a:p>
        </p:txBody>
      </p:sp>
      <p:sp>
        <p:nvSpPr>
          <p:cNvPr id="34" name="Magnetic Disk 33"/>
          <p:cNvSpPr/>
          <p:nvPr/>
        </p:nvSpPr>
        <p:spPr>
          <a:xfrm>
            <a:off x="8892540" y="4407408"/>
            <a:ext cx="1554479" cy="475488"/>
          </a:xfrm>
          <a:prstGeom prst="flowChartMagneticDisk">
            <a:avLst/>
          </a:prstGeom>
          <a:noFill/>
          <a:ln w="190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187451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WEEK 10  /  50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7744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10 週：AJAX 核心概念與行動端非同步請求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核心命題：畫面永不刷新，資料在背景默默流動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9692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Designed by : </a:t>
            </a:r>
            <a:r>
              <a:rPr sz="1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Salu Chen &amp; Claude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235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資訊技術整合　|　全域第 451 ~ 500 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技術主軸：Event Loop · Promise · Fetch · useEffect · FlatList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區塊一：AJAX 技術本質與非同步革命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同步連網的致命缺陷：主執行緒卡死、畫面整頁閃爍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傳統同步模式：送出請求後，主執行緒就停下來乾等回應。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等待期間畫面完全凍結，使用者無法做任何操作。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回應到了還要整頁重載，畫面隨之閃爍一次。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這種卡頓與閃爍，在行動端是無法接受的體驗。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兩種連網模式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同步連網（傳統）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主執行緒卡死等待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等待期間畫面凍結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整頁重載閃爍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體驗生硬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非同步 AJAX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背景送出請求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畫面持續可互動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局部無刷新更新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體驗流暢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區塊一：AJAX 技術本質與非同步革命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AJAX 是什麼：非同步 JavaScript 與 JSON 的結合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AJAX＝Asynchronous JavaScript And XML，如今資料多改用 JSON。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核心精神是「非同步」：請求送出後不必停下來等。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由 JavaScript 在背景默默與後端交換資料。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它讓「不重載整頁也能更新內容」成為可能。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AJAX 的組成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Asynchronous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非同步，不阻塞畫面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JavaScript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在背景發出請求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JSON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輕量的資料載體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區塊一：AJAX 技術本質與非同步革命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行動端 AJAX 哲學：介面永不刷新，只在背景換資料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App 的介面架構一旦載入，就不再整頁重繪。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JavaScript 在背景向 PHP REST API 索取輕量 JSON。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拿到資料後，只更新畫面中需要變動的那一塊。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使用者感受到的是「內容變了，但畫面沒閃」。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App 介面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不重載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請求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背景 Fetch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取 JSON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渲染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局部更新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只換資料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區塊一：AJAX 技術本質與非同步革命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無刷新的價值：流暢體驗直接牽動留存與下單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每一次閃爍與卡頓，都是使用者流失的破口。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局部無刷新讓瀏覽如絲般順滑，使用者更願意停留。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停留越久，瀏覽越多，下單意願自然提升。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流暢的體驗，最終會反映在電商的營收數字上。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體驗的商業價值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751"/>
                <a:gridCol w="2722695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體驗面向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無刷新的效益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瀏覽流暢度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無閃爍、無卡頓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使用者留存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停留時間拉長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操作意願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互動阻力降低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下單轉換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順勢提升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區塊二：單執行緒與事件循環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29841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JavaScript 是單執行緒：同一時間只能做一件事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JavaScript 本質上只有一條主執行緒（Single-threaded）。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所有程式碼在這一條線上排隊，一次只執行一件事。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這條線若被某件事佔住，其他事就全都得等。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理解這一點，才懂為何非同步對它如此關鍵。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單執行緒的特性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單一主執行緒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一次只做一件事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循序執行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程式碼排隊進行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阻塞風險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一卡則全卡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區塊二：單執行緒與事件循環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51481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致命質問：等 MariaDB 回應 5 秒，畫面會怎樣？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假設主執行緒同步等待遠端資料庫回應，耗時 5 秒。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 5 秒內，畫面完全凍結，手勢與按鈕全無反應。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作業系統會判定 App 沒有回應，甚至強制關閉。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答案很殘酷：同步等待網路，等於自殺式的閃退。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同步等待的下場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主執行緒同步等網路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5 秒內畫面全凍結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OS 判定 App 無回應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強制關閉、閃退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區塊二：單執行緒與事件循環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73121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事件循環：主執行緒與任務佇列的分工協作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耗時任務（如網路請求）被交給外部處理，不佔用主執行緒。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完成後，回呼被放進「任務佇列」排隊。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事件循環（Event Loop）在主執行緒空閒時，把它取出執行。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如此一來，等待網路的同時，畫面依舊流暢可互動。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事件循環的協作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Call Stack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主執行緒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44469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9605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委派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725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Web APIs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處理網路請求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70651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5787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完成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75907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Task Queue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回呼排隊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96833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1969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調度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02089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Event Loop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空閒時取出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區塊二：單執行緒與事件循環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94761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巨集任務與微任務：兩種佇列的優先權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非同步回呼分為巨集任務與微任務兩類。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微任務（如 Promise 回呼）優先權較高，會先被清空。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巨集任務（如計時器、部分事件）則排在其後。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理解排隊順序，能解釋許多非同步執行的先後之謎。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任務優先權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3438"/>
                <a:gridCol w="1849831"/>
                <a:gridCol w="1189177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類型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範例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優先權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微任務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Promise 回呼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高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微任務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await 之後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高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巨集任務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setTimeout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低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巨集任務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I/O 事件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低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區塊二：單執行緒與事件循環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運行機制環狀圖：Stack、WebAPIs、Queue 與 Loop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0820095" cy="2194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938528"/>
            <a:ext cx="54864" cy="2194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121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JavaScript 運行機制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Call Stack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執行程式碼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44469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9605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丟出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725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Web APIs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計時器 / 網路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670651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5787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完成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5907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Callback Queue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等待的回呼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96833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1969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調度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2089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Event Loop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搬回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70248"/>
            <a:ext cx="10820095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整個循環永不停歇：主執行緒一空，Loop 就把佇列裡的回呼搬回來執行。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這套機制，就是「單執行緒卻不卡頓」的祕密。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區塊三：Promise 與 Async/Await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38042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回呼地獄：多層巢狀的非同步讓程式無法維護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P.11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callback hell（反面教材）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回呼地獄：一層包一層，向右不斷縮排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login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getProfile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profile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getOrders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profile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getItems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...程式碼已經縮排到天邊，無法維護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問題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巢狀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每層非同步再包一層回呼。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縮排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程式碼不斷向右推。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維護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錯誤處理散落、難以追蹤。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解方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Promise 讓它攤平。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區塊三：Promise 與 Async/Await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59682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Promise：代表一個未來才會有結果的操作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Promise 是一個「承諾」：現在拿不到，但未來會有結果。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它有三種狀態：Pending、Fulfilled、Rejected。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狀態一旦從 Pending 轉定，就不再改變。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它把回呼地獄，攤平成可鏈式串接的清晰結構。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Promise 三種狀態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Pending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進行中，尚未有結果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Fulfilled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成功，取得資料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Rejected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失敗，拿到錯誤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區塊三：Promise 與 Async/Await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81322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async/await：讓非同步程式碼讀起來像同步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async/await 改寫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以 async/await 改寫，扁平又易讀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loadData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login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profile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getProfile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getOrders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profile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getItems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每一行都「等前一步完成」，卻不阻塞主執行緒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優勢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扁平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告別層層縮排。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await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等待 Promise 的結果。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順序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由上而下，如同步般好讀。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不阻塞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等待期間主執行緒仍自由。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區塊三：Promise 與 Async/Await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02962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語法限制：await 只能待在 async 函數裡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await 必須被包在宣告為 async 的函數內部。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在一般函數裡用 await，會直接引發語法錯誤。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這是初學者最常見的第一個 async 語法坑。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口訣：想用 await，就先讓外層函數變 async。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await 語法規則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錯：一般函數不能用 await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bad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url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對：外層宣告為 async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good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url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區塊三：Promise 與 Async/Await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錯誤捕獲：改用親切的 try-catch 防禦網路異常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try-catch 錯誤防禦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loadProducts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API_URL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catch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網路斷線、解析失敗都會落到這裡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'讀取失敗：'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try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包住可能失敗的非同步操作。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catch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統一攔截各種例外。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取代 .catch()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結構更直覺易讀。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必備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任何網路請求都該有它。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區塊四：Fetch API 運作核心與配置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46243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Fetch：基於 Promise 的現代網路請求標準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fetch() 是瀏覽器與 React Native 內建的請求 API。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它回傳 Promise，天生就適合搭配 async/await。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不需額外安裝套件，開箱即用。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本課程所有網路請求，一律以 fetch 進行。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fetch 基本用法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url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兩個 await：先拿響應，再拿資料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區塊四：Fetch API 運作核心與配置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67883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雙層 Promise 陷阱：第一層只是響應標頭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呼叫 fetch(url) 後，第一個 await 拿到的是 Response 物件。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它只包含 HTTP 狀態與標頭，還不是真正的資料主體。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以為 res 就是資料而直接用，是常見的錯誤。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真正的資料，藏在第二層的解碼動作裡。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await fetch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拿到 Response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第一層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await .json()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才是真資料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區塊四：Fetch API 運作核心與配置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89523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第二層解碼：再 await 一次 .json() 才拿到物件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兩層 await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第一層：拿到響應物件（標頭、狀態）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`${API_URL}/products`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第二層：把 Body 串流解碼為 JS 物件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現在才是真正的資料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.json() 本身也是非同步，故同樣要 await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為何兩層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第一層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響應標頭先到，Body 還在傳。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.json()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把串流解析為物件，需時間。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兩個 await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缺一都拿不到最終資料。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同理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.text() 取純文字亦是非同步。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區塊四：Fetch API 運作核心與配置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11163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Fetch 的坑：404/500 也算 resolve，不會進 catch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只要伺服器有回應，fetch 就判定為 resolve（成功）。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即使後端回 404 或 500，也不會落入 catch。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只有網路徹底斷線，fetch 才會真正 reject。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因此「請求成功」不等於「業務成功」，必須另外判斷。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Fetch 的判定邏輯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021"/>
                <a:gridCol w="2450425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情況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fetch 判定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回 200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resolve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回 404 / 500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仍 resolve（坑）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網路斷線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reject → catch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逾時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reject → catch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區塊四：Fetch API 運作核心與配置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防禦：用 response.ok 精準攔下非 200 錯誤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response.ok 防禦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`${API_URL}/products`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response.ok 僅在狀態碼為 2XX 時為 true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主動把後端錯誤轉為例外，交給 catch 處理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throw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Error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'伺服器錯誤：'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防禦要點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res.ok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2XX 為 true，其餘為 false。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主動 throw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把後端錯誤丟給 catch。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res.status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取得實際狀態碼供判斷。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習慣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解析前先檢查 ok。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區塊五：Fetch GET 抓取商品列表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54443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分頁累加：新資料要黏在舊陣列後面，不能洗掉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抓下一頁時，絕不能用新資料直接覆蓋整個列表。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正確做法：把新拿到的 20 筆，拼接在既有陣列的後方。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這樣使用者往下滑，才會看到列表持續變長。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覆蓋會讓前面看過的商品憑空消失，體驗全毀。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分頁的兩種做法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直接覆蓋（錯）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新資料蓋掉舊的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前頁商品消失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列表長度不增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體驗錯亂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拼接累加（對）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新資料接在後方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舊商品保留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列表持續變長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無限滾動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區塊五：Fetch GET 抓取商品列表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76084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動態網址：把 page 狀態塞進 Fetch 的 URL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動態分頁網址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setPage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targetPage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以樣板字串把頁碼動態嵌入網址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`${API_URL}/products?page=${targetPage}`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這一頁的商品陣列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樣板字串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以反引號嵌入變數。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page 狀態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由狀態機決定抓第幾頁。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?page=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以查詢參數傳給後端。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回傳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只取本頁的資料陣列。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區塊五：Fetch GET 抓取商品列表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97724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展開運算子：以 ...prev 保留舊資料再拼新的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展開運算子累加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newProducts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targetPage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💡 關鍵：保留前一次的資料，末端拼接新資料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prev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prev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newProducts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...prev  展開既有的整個陣列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...newProducts  接在後方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產生一個「舊 + 新」的全新陣列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記憶體操作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...prev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展開現有陣列元素。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...new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接在後方。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新陣列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產生全新陣列觸發重繪。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函數式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prev =&gt; 確保拿到最新值。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區塊五：Fetch GET 抓取商品列表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19364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榨乾指標：新資料不足 20 筆就代表沒貨了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hasMoreData 判斷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hasMore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setHasMore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newProducts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targetPage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prev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prev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newProducts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拿回的筆數少於每頁上限 → 資料庫已無更多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newProducts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length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setHasMore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停止繼續請求下一頁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邊界控制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&lt; 20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不足一頁，代表撈到底了。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hasMore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轉 false 後不再發請求。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避免空撈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省下無謂的網路與查詢。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配合 UI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可顯示「已到底」提示。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區塊五：Fetch GET 抓取商品列表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下拉重整：清空陣列、頁碼歸 1、重新發動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Pull-to-Refresh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onRefresh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清空既有列表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setPage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頁碼回到第一頁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setHasMore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重置榨乾指標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first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first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以第一頁重新填滿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綁定於 FlatList 的 onRefresh 屬性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重置行為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清空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先把舊資料倒掉。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頁碼歸 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從頭重新抓取。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重置 hasMore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重新允許載入。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體驗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下拉即取得最新資料。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區塊六：生命週期與 useEffect 掛載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62644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大哉問：fetchProducts 到底該在哪裡呼叫？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我們寫好了抓資料的函數，但該在哪個時機觸發它？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寫錯位置，輕則拿到空資料，重則無限請求。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答案關乎 React 組件的「生命週期」。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先看一個最典型的錯誤示範，再導向正解。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呼叫時機的選擇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放渲染主體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每次重繪都觸發 → 死迴圈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放事件裡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只在點擊時抓，非自動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放 useEffect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掛載時抓一次（正解）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區塊六：生命週期與 useEffect 掛載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84285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反面地雷：寫在渲染主體，引發無限請求轟炸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若把 fetch 直接寫在組件函數主體內……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抓到資料 → setState → 觸發重繪 → 又執行 fetch。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如此循環不休，形成對後端的無限請求轟炸。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這會癱瘓後端，也會耗盡手機的網路與電力。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無限請求的形成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渲染時執行 fetch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setState 更新資料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狀態變 → 重新渲染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又執行 fetch → 死迴圈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區塊六：生命週期與 useEffect 掛載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05925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救星 useEffect：專門處理與渲染無關的副作用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useEffect 是 React 用來處理「副作用」的 Hook。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網路請求、計時器、訂閱事件都屬於副作用。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它讓這些操作與畫面渲染解耦，在對的時機執行。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 fetch 放進 useEffect，是所有問題的正解起點。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useEffect 基本形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useEffect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在此發出請求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副作用與渲染分離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區塊六：生命週期與 useEffect 掛載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27565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核心天機：第二個參數「相依性陣列」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useEffect 的第二個參數，決定它「何時」重新執行。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陣列裡列的變數一旦改變，Effect 就會再跑一次。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省略這個參數，等於每次渲染都執行——又回到死迴圈。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這個相依性陣列，正是駕馭執行時機的關鍵。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相依性陣列對照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751"/>
                <a:gridCol w="2722695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相依性陣列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執行時機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省略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每次渲染都執行（危險）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[]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只在掛載時一次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[page]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page 改變時重跑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[a, b]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 或 b 變就重跑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區塊六：生命週期與 useEffect 掛載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空陣列 []：一輩子只在掛載時執行一次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掛載時執行一次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useEffect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只在組件第一次掛載（畫面打開）時執行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← 空陣列是關鍵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等同傳統的 componentDidMount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沒有任何相依 → 永不因重繪而重跑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徹底根治無限請求問題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空陣列意義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[]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沒有任何相依變數。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掛載一次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等同 componentDidMount。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不重跑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重繪也不會再觸發。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初次載入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最適合首屏抓資料。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區塊七：FlatList 高效能渲染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70845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為何不用 ScrollView + map：破千筆記憶體爆滿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ScrollView 配 map 會「一次把所有列」全部渲染出來。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商品破千筆時，等於同時建立上千個畫面元件。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記憶體瞬間爆滿，手機卡頓甚至直接閃退。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資料量一大，這種寫法就徹底失效。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兩種列表渲染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ScrollView +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一次全部渲染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上千元件同時存在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記憶體爆滿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大量資料即崩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FlatList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只渲染可見列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滾出即回收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記憶體穩定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萬筆也流暢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區塊七：FlatList 高效能渲染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92486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FlatList 的回收機制：只渲染螢幕看得到的幾列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FlatList 只渲染「當前螢幕可見」的那幾列。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滾出畫面的列會被回收，釋放其佔用的記憶體。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無論資料有幾萬筆，同時存在的元件永遠只有一屏。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這種「虛擬化」機制，是行動端長列表的標準解法。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FlatList 虛擬化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上方滾出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回收記憶體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86530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1666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回收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1786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可見區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實際渲染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54772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9908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進場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0028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下方待進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尚未渲染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區塊七：FlatList 高效能渲染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14126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三大核心屬性：data、renderItem、keyExtractor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FlatList 配置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&lt;FlatList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資料陣列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renderItem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單列 UI 模板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&lt;ProductCard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keyExtractor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唯一鍵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toString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onEndReached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loadMore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滾到底載入更多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onRefresh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onRefresh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下拉重整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refreshing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refreshing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三大屬性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data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要渲染的資料陣列。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renderItem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定義單列長什麼樣。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keyExtractor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給每列一個唯一鍵。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onEndReached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觸底自動載入下一頁。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區塊七：FlatList 高效能渲染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35766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keyExtractor：主鍵務必轉成字串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keyExtractor 為每一列提供獨一無二的識別鍵。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React 靠它判斷哪些列該更新、該回收，而非全部重畫。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資料庫的 product_id 是數字，必須 .toString() 轉字串。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鍵若重複或型別錯誤，會導致渲染錯亂或警告。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keyExtractor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keyExtractor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toString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key 必須是「唯一的字串」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區塊七：FlatList 高效能渲染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成果：MariaDB 商品平滑渲染於手機畫面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 Fetch 拿到的商品資料，交給 FlatList 渲染。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每一列是一張精緻的商品卡：圖片、名稱、價格排版整齊。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滾動流暢、記憶體穩定，資料與雲端完全一致。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至此，遠端資料庫的內容，真正呈現在了使用者眼前。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讀取到渲染的全程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useEffect 掛載時 Fetch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資料存入 products 狀態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FlatList 虛擬化渲染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商品卡流暢呈現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區塊八：內網 IP 連線排錯大會戰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79046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全班魔咒：TypeError: Network request failed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八成同學都會在此撞上 Network request failed。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看似前端壞了，其實九成是「連線位址」的問題。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別急著改程式碼，先確認手機到底連去了哪裡。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以下三面照妖鏡，逐一破解這個魔咒。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三大連線障礙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照妖鏡一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localhost 指向錯地方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照妖鏡二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防火牆擋住 Port 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照妖鏡三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iOS ATS 擋明文 HTTP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區塊八：內網 IP 連線排錯大會戰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00687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照妖鏡一：模擬器的 localhost 指向它自己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手機模擬器是一個獨立的虛擬環境。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它的 localhost 指向「模擬器自己」，而非你的電腦。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於是它在自己身上找 Apache，當然遍尋不著。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根治之道：改用電腦網卡的真實內網 IP。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模擬器 localhost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指向自己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找不到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電腦 Apache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在別處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區塊八：內網 IP 連線排錯大會戰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22327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解法：以 ipconfig / ifconfig 找出內網固定 IP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查詢內網 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Windows：找 IPv4 位址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ipconfig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macOS / Linux：找 inet 位址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ifconfig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找到類似 10.1.1.6 的內網位址後，寫進前端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API_URL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'http://10.1.1.6/api.php'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切勿再用 localhost 或 127.0.0.1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步驟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ipconfig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Windows 查 IPv4。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ifconfig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Mac / Linux 查 inet。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內網 IP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如 10.1.1.6、192.168.x.x。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寫進前端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取代 localhost。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區塊八：內網 IP 連線排錯大會戰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43967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照妖鏡二：Windows 防火牆擋住外部存取 Port 80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IP 正確了，卻還是連不上？防火牆可能是元兇。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Windows 防火牆預設阻擋外部裝置存取 Port 80。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手機屬於「外部裝置」，於是被一併擋下。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解法：為 Apache 開放輸入規則，或暫時關閉防火牆測試。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防火牆排查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IP 正確但仍連不上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防火牆擋 Port 80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為 Apache 開放規則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手機成功連入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區塊八：內網 IP 連線排錯大會戰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照妖鏡三：iOS 的 ATS 擋下明文 HTTP 連線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iPhone 實機調試時，Apple 的 ATS 安全機制會出手。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ATS 預設禁止明文 HTTP，只允許加密的 HTTPS。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而我們的教學後端是 HTTP，於是被擋下。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解法：在 Info.plist 開放 ATS 例外，允許本機明文連線。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各平台障礙彙整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021"/>
                <a:gridCol w="2450425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平台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常見障礙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Android 模擬器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localhost 指向自己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Windows 主機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防火牆擋 Port 80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iOS 實機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ATS 擋明文 HTTP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共通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IP 未固定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區塊九：前端 API 請求模組化抽離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87247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硬編碼的惡夢：IP 一改，數十個檔案全要動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若每個畫面都各自寫死完整的 Fetch 網址……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伺服器 IP 一變，就得逐一翻找、逐一修改。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漏改一處，該畫面就默默壞掉，難以察覺。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散落的網址，是維護的定時炸彈。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硬編碼的代價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網址硬編碼在各畫面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IP 變更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數十處都要手改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漏改一處即出錯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區塊九：前端 API 請求模組化抽離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08887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集中定義 Base URL：一個常數管住全站網址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services/api.js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services/api.js —— 全站唯一的網址來源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BASE_URL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'http://10.1.1.6/api.php'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通用請求函數，統一處理標頭與錯誤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request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path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options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`${BASE_URL}${path}`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headers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'Content-Type'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'application/json'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options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throw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Error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'HTTP 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集中管理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BASE_URL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全站網址只定義一次。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request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統一標頭與錯誤處理。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改 IP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只需動這一行。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一致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所有請求行為統一。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區塊九：前端 API 請求模組化抽離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30528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封裝業務函數：ProductService.getAll 回傳乾淨 Promise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業務服務封裝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services/ProductService.js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export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ProductService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getAll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page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request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`/products?page=${page}`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getOne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request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`/products?id=${id}`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services/UserService.js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export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UserService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login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pwd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request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'/users/login'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method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'POST'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stringify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pwd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封裝好處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語意化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以業務動作命名，非網址。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回 Promise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呼叫端直接 await。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複用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多畫面共用同一函數。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易測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服務層可獨立測試。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區塊九：前端 API 請求模組化抽離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52168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畫面淨化：Screen 只呼叫 Service，看不見網址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screens/ProductListScreen.js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ProductService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'../services/ProductService'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ProductListScreen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useEffect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畫面只關心「拿商品」，不管網址與標頭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ProductService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getAll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then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&lt;FlatList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淨化成果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無網址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畫面看不到任何 URL 字串。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無標頭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HTTP 細節全藏在服務層。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職責清楚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畫面只管顯示。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好維護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後端變動不影響畫面。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區塊九：前端 API 請求模組化抽離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重構對比：從散亂網址到分層的前端美學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重構前：網址、標頭、錯誤處理與畫面邏輯全糾纏在一起。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重構後：畫面、服務、網路三層各司其職。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這正是現代前端「關注點分離」的軟體美學。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分層不只是好看，更是團隊協作與長期維護的基礎。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前端三層架構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Screen 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只負責畫面顯示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Service 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封裝業務請求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api.js 核心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統一網址與錯誤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區塊十：本週課堂挑戰大驗收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95448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硬性指標：App 轉圈後，商品渲染於 FlatList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打開 App，應先看到載入中的轉圈提示。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隨即從遠端 MariaDB 撈出商品，渲染進 FlatList。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載入、成功、失敗三種狀態都要能正確呈現。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這是本週最基本、也最硬性的驗收指標。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驗收檢核表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掛載時發出 Fetch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載入中顯示轉圈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成功渲染 FlatList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失敗顯示錯誤提示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區塊十：本週課堂挑戰大驗收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17088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現場檢查：滾動流暢，且資料與雲端一致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教師逐一檢查學生手機的實際運行狀況。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FlatList 上下滾動必須流暢，不卡頓、不跳動。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畫面上的商品，須與 phpMyAdmin 的資料完全一致。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眼見為憑，這是最直接的成果驗證。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資料一致性驗證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phpMyAdmin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雲端真相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86530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1666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查詢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1786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API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回傳 JSON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54772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9908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渲染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0028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手機 FlatList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畫面呈現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區塊十：本週課堂挑戰大驗收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38729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常見 Bug：JSON 欄位大小寫不匹配導致空白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畫面一片空白，往往不是沒抓到，而是「取錯欄位」。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後端回 product_name，前端卻寫 item.productName。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鍵名對不上，取到 undefined，畫面自然空白。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解法：以 console.log 印出實際 JSON，逐字核對鍵名。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鍵名對齊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鍵名不匹配（錯）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後端 product_name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前端 productName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取到 undefined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畫面空白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鍵名一致（對）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雙方都 product_name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取值正確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資料正常顯示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先 log 再核對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區塊十：本週課堂挑戰大驗收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60369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本週小結：前端讀取雲端資料庫的航道正式打通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從非同步觀念、Promise、Fetch 到 useEffect 與 FlatList。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手機終於能跨網讀取遠端 MariaDB 的真實資料。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三層架構的「讀取」路徑，至此完整貫通。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偉大的航道已經打通，剩下的是「寫入」。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手機 RN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Fetch 讀取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86530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1666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讀取已通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1786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API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查詢回傳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54772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9908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下週攻寫入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60028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商品資料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W10: AJAX 核心概念與行動端非同步請求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區塊十：本週課堂挑戰大驗收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下週預告：攻克寫入，AJAX POST 上架與評價雙表單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讀取完成，第 11 週轉向「寫入」。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AJAX POST 實作管理員商品上架表單。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以及顧客端的商品評價送出，兩種寫入雙管齊下。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把資料真正從手機端寫進雲端資料庫。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第 11 週重點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Fetch POST 送出表單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後端驗證並寫入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商品上架與評價落盤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前端即時反映結果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