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85455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69503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753551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37599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521647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905695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85455" y="1737360"/>
            <a:ext cx="3566160" cy="1828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18120" y="2103120"/>
            <a:ext cx="3703320" cy="2880360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64524" y="2249424"/>
            <a:ext cx="493776" cy="786384"/>
          </a:xfrm>
          <a:prstGeom prst="roundRect">
            <a:avLst>
              <a:gd name="adj" fmla="val 18000"/>
            </a:avLst>
          </a:prstGeom>
          <a:noFill/>
          <a:ln w="2032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19972" y="2295144"/>
            <a:ext cx="182880" cy="27432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46820" y="2450592"/>
            <a:ext cx="27432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46820" y="2578608"/>
            <a:ext cx="201168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46820" y="2706624"/>
            <a:ext cx="237744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46820" y="2834640"/>
            <a:ext cx="329184" cy="109728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779508" y="2304288"/>
            <a:ext cx="1097280" cy="640080"/>
          </a:xfrm>
          <a:prstGeom prst="roundRect">
            <a:avLst>
              <a:gd name="adj" fmla="val 6000"/>
            </a:avLst>
          </a:prstGeom>
          <a:noFill/>
          <a:ln w="2032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870948" y="2432304"/>
            <a:ext cx="621792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870948" y="2560320"/>
            <a:ext cx="45720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70948" y="2688336"/>
            <a:ext cx="54864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70948" y="2798064"/>
            <a:ext cx="731520" cy="54864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88068" y="2944368"/>
            <a:ext cx="1280160" cy="9144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8492" y="309067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手機 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8068" y="309067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Notebook 筆電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00439" y="3255263"/>
            <a:ext cx="21945" cy="10972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317175" y="3255263"/>
            <a:ext cx="21945" cy="10972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00439" y="3364991"/>
            <a:ext cx="1338681" cy="2194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58807" y="3364991"/>
            <a:ext cx="21945" cy="256032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61220" y="3419856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AJAX / JSON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18220" y="3621024"/>
            <a:ext cx="2103120" cy="4572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778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PHP  API  Layer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58807" y="4169663"/>
            <a:ext cx="21945" cy="20116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61220" y="4169663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PDO</a:t>
            </a:r>
          </a:p>
        </p:txBody>
      </p:sp>
      <p:sp>
        <p:nvSpPr>
          <p:cNvPr id="34" name="Magnetic Disk 33"/>
          <p:cNvSpPr/>
          <p:nvPr/>
        </p:nvSpPr>
        <p:spPr>
          <a:xfrm>
            <a:off x="8892540" y="4407408"/>
            <a:ext cx="1554479" cy="475488"/>
          </a:xfrm>
          <a:prstGeom prst="flowChartMagneticDisk">
            <a:avLst/>
          </a:prstGeom>
          <a:noFill/>
          <a:ln w="1905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MariaDB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1874519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WEEK 09  /  50 SLIDES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2377440"/>
            <a:ext cx="9692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</a:p>
          <a:p>
            <a:pPr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r>
              <a:rPr sz="2400" b="1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第 9 週：期中專案提案與資料庫設計審查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51560" y="4315968"/>
            <a:ext cx="1371600" cy="4572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457200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核心命題：架構是設計出來的，程式碼是改出來的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5175504"/>
            <a:ext cx="9692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Designed by : </a:t>
            </a:r>
            <a:r>
              <a:rPr sz="1400" b="1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Salu Chen &amp; Claude Code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562356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資訊技術整合　|　全域第 401 ~ 450 頁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技術主軸：ERD 審查 · API 規格書 · WBS · 冒煙測試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W9: 期中專案提案與資料庫設計審查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區塊一：期中評量標準與交付物規範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32803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期中三大指標：設計、文檔、演示各佔其重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設計完整性（40%）：資料表結構與 ERD 是否嚴謹正確。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工程文檔規範度（30%）：API 規格書與架構文件是否齊備。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基礎通訊可行性（30%）：能否現場演示一次成功的 API 往返。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三項加權，全面檢視前八週打下的地基是否穩固。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期中評量配分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3617"/>
                <a:gridCol w="1089078"/>
                <a:gridCol w="1769751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評量指標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配分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檢視重點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設計完整性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40%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ERD 與正規化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文檔規範度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30%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API 規格書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通訊可行性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30%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現場演示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總計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100%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地基總驗收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W9: 期中專案提案與資料庫設計審查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區塊一：期中評量標準與交付物規範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49205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交付物思維：工程師不只寫程式，更要會寫文件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P.03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工業級軟體的產出，不只有能跑的程式碼。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架構圖、ERD、API 文件同樣是正式的交付物。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沒有文件的系統，別人無從接手，也無從協作。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能把設計說清楚、寫下來，是專業工程師的基本功。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交付物的三個層次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程式碼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能運作的實作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ERD 與架構圖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說明資料如何組織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API 規格書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前後端的協作合約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W9: 期中專案提案與資料庫設計審查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區塊一：期中評量標準與交付物規範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65607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目標對齊：專案須涵蓋前端、後端、MariaDB 與即時客服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每組專案都必須完整涵蓋三層架構的三個角色。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並具備 AJAX 驅動的即時客服功能作為核心亮點。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功能邊界要清楚：做什麼、不做什麼，都要明確界定。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圍繞同一個功能邊界，才能公平地評比各組成果。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前端 RN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手機 App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687970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3106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AJAX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3226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PHP API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業務邏輯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505492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50628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SQL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10748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MariaDB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資料落盤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W9: 期中專案提案與資料庫設計審查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區塊一：期中評量標準與交付物規範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8200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答辯規則：台下當投資人，台上當總架構師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報告採模擬業界的提案答辯形式進行。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台上學生扮演總架構師，說明設計與技術選型。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台下同學扮演技術投資人，針對可行性提問。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在答辯中被問倒的地方，正是設計最脆弱的環節。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5000"/>
            </a:avLst>
          </a:prstGeom>
          <a:solidFill>
            <a:srgbClr val="ECFDFF"/>
          </a:solidFill>
          <a:ln w="15875">
            <a:solidFill>
              <a:srgbClr val="1E7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7416" y="1938528"/>
            <a:ext cx="4529023" cy="4023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答辯常見提問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這個資料表為什麼這樣設計？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併發下單時如何確保庫存正確？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即時客服打算用什麼機制實現？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如果流量成長十倍，瓶頸在哪裡？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W9: 期中專案提案與資料庫設計審查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區塊二：商務建模與功能樹（WBS）審查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298411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WBS：把龐大專案拆成可執行的小任務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工作分解結構（WBS）將專案由大到小逐層切分。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從功能模組，一路拆到可指派、可估時的具體任務。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拆得夠細，才估得準工時，也才排得出時程。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WBS 是專案管理的第一步，也是分工的依據。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WBS 的分解層級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694943"/>
          </a:xfrm>
          <a:prstGeom prst="roundRect">
            <a:avLst>
              <a:gd name="adj" fmla="val 10000"/>
            </a:avLst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專案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行動電商系統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930487" y="3095244"/>
            <a:ext cx="182880" cy="192024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75704" y="3328415"/>
            <a:ext cx="4492447" cy="694943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模組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顧客端 / 管理端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8930487" y="4064507"/>
            <a:ext cx="182880" cy="192024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775704" y="4297679"/>
            <a:ext cx="4492447" cy="69494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功能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登入 / 購物車 / 客服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8930487" y="5033771"/>
            <a:ext cx="182880" cy="192024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5266944"/>
            <a:ext cx="4492447" cy="694943"/>
          </a:xfrm>
          <a:prstGeom prst="roundRect">
            <a:avLst>
              <a:gd name="adj" fmla="val 1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任務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可指派、可估時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W9: 期中專案提案與資料庫設計審查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區塊二：商務建模與功能樹（WBS）審查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514813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顧客模組功能樹：從登入到客服的完整旅程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10820095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登入註冊 → 商品檢視 → 購物車增減 → 模擬支付 → 訊息傳送。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這條主線串起顧客的一次完整使用旅程。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每個節點都對應到前端畫面與後端 API。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先確保主線走得通，再考慮加值功能。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224528"/>
            <a:ext cx="10820095" cy="1920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224528"/>
            <a:ext cx="54864" cy="19202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407408"/>
            <a:ext cx="1030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顧客端功能主線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" y="4828032"/>
            <a:ext cx="1300825" cy="1042416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登入註冊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Users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279233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24369" y="494690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84489" y="4828032"/>
            <a:ext cx="1300825" cy="1042416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商品檢視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Products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540178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5314" y="494690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5434" y="4828032"/>
            <a:ext cx="1300825" cy="1042416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購物車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Cart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801124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46260" y="494690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06380" y="4828032"/>
            <a:ext cx="1300825" cy="1042416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模擬支付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Orders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062069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7205" y="494690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67325" y="4828032"/>
            <a:ext cx="1300825" cy="1042416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客服訊息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Messages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W9: 期中專案提案與資料庫設計審查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區塊二：商務建模與功能樹（WBS）審查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73121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管理員模組功能樹：維運後台的四大職責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10820095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分類維護 → 商品上架 → 訂單監控 → 客服回覆。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管理端聚焦於「內容經營」與「營運監看」。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與顧客端共用同一組資料表，只是操作角度不同。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管理端的每個功能，都直接對應資料庫的寫入或查詢。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224528"/>
            <a:ext cx="10820095" cy="1920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224528"/>
            <a:ext cx="54864" cy="19202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407408"/>
            <a:ext cx="1030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管理端功能主線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" y="4828032"/>
            <a:ext cx="1866061" cy="1042416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分類維護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Categories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844469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9605" y="494690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725" y="4828032"/>
            <a:ext cx="1866061" cy="1042416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商品上架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Products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670651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15787" y="494690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75907" y="4828032"/>
            <a:ext cx="1866061" cy="1042416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訂單監控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Orders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496833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41969" y="494690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02089" y="4828032"/>
            <a:ext cx="1866061" cy="1042416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客服回覆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Messages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W9: 期中專案提案與資料庫設計審查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區塊二：商務建模與功能樹（WBS）審查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94761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審查重點：砍掉範疇蔓延，聚焦資料庫 CRUD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範疇蔓延（Scope Creep）：功能越加越多，最後全部做不完。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AI 推薦、金流串接、社群分享……都是常見的過度幻想。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審查任務就是幫各組砍掉不切實際的加法。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本課程的核心是資料庫 CRUD，其餘一律列為次要。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範疇管理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範疇蔓延（危險）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功能無限膨脹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核心遲遲未完成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期末全面崩潰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貪多嚼不爛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聚焦 CRUD（穩健）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先做完核心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增刪查改扎實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行有餘力再加值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如期可交付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W9: 期中專案提案與資料庫設計審查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區塊二：商務建模與功能樹（WBS）審查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16401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黑板修正：把一組膨脹的 WBS 精簡回核心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現場挑一組功能過度膨脹的 WBS 進行實例修正。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把「非核心」的功能明確標記為第二階段或直接刪除。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保留的每一項，都要能對應到具體的資料表操作。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精簡後的 WBS，才是真正做得完的專案藍圖。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WBS 精簡裁決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2021"/>
                <a:gridCol w="2450425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原始構想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審查裁決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會員登入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保留（核心）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商品 CRUD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保留（核心）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AI 推薦商品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刪除（超出範疇）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第三方金流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改模擬支付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社群分享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延到第二階段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W9: 期中專案提案與資料庫設計審查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區塊三：10 大資料表結構與 ERD 點兵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380420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十表點兵：各組投影展示完整的資料庫結構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各分組輪流展示建置在 MariaDB 中的十張實體資料表。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從 Users、Products 到 Messages，構成完整的電商骨架。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重點看的是「表與表之間的關係」，而非單表的欄位。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一張好的 ERD，能讓人一眼看懂整個系統如何運作。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十表概覽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8156"/>
                <a:gridCol w="2314290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核心資料表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職責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Users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會員與權限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Categories / Products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商品與分類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Cart / Orders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購物車與訂單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Order_Items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訂單明細橋樑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Messages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即時客服訊息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W9: 期中專案提案與資料庫設計審查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區塊三：10 大資料表結構與 ERD 點兵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596822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正規化糾錯：地址不該和使用者主表混在一起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常見錯誤：把「收件人地址」直接塞進 Users 主表。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一位使用者可能有多個收件地址，這是典型的一對多。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正解：獨立出 Addresses 表，以 user_id 關聯回 Users。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違反正規化的設計，會在多地址需求出現時徹底崩解。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Users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會員主表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1867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 : 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Addresses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多筆收件地址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W9: 期中專案提案與資料庫設計審查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區塊三：10 大資料表結構與 ERD 點兵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813224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外部鍵審查：Order_Items 能否精確錨定商品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P.13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10820095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檢查 Order_Items 的外部鍵是否正確指向 Orders 與 Products。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複合設計要能精確表達「哪張訂單、買了哪件商品、幾件」。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商品下架採 SET NULL，並以 unit_price 快照保住金額。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外部鍵一旦錯位，訂單明細就會指向錯誤的商品。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224528"/>
            <a:ext cx="10820095" cy="1920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224528"/>
            <a:ext cx="54864" cy="19202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407408"/>
            <a:ext cx="1030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明細表的雙外部鍵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" y="4828032"/>
            <a:ext cx="2808122" cy="1042416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Orders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訂單主表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786530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1666" y="494690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order_id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91786" y="4828032"/>
            <a:ext cx="2808122" cy="1042416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Order_Items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明細（FK×2）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554772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9908" y="494690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product_id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60028" y="4828032"/>
            <a:ext cx="2808122" cy="1042416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Products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商品主表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W9: 期中專案提案與資料庫設計審查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區塊三：10 大資料表結構與 ERD 點兵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029626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時間戳精度：客服訊息要靠微秒守住對話順序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即時客服在同一秒內可能連續傳送多則訊息。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若時間戳只精確到秒，這幾則的先後就會錯亂。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 DATETIME(6) 保留到微秒，或搭配自增主鍵輔助排序。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對話順序一旦錯亂，客服紀錄就失去了參考價值。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訊息排序精度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2021"/>
                <a:gridCol w="2450425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精度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同秒多筆能排序？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DATETIME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否，秒內錯亂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DATETIME(6)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是，微秒可分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自增主鍵輔助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是，穩定遞增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建議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兩者並用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W9: 期中專案提案與資料庫設計審查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區塊三：10 大資料表結構與 ERD 點兵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24602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全班表決：抓出沒有任何關聯的孤兒資料表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孤兒資料表：與其他表毫無外部鍵關聯的獨立表。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它通常是設計時想像出來、實際卻用不到的多餘產物。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全班共同檢視 ERD，把這類孤立表當場揪出。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每一張表都應在系統中扮演明確且被連結的角色。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7416" y="1938528"/>
            <a:ext cx="4529023" cy="4023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孤兒表的判斷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沒有任何外部鍵指向它。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它也不指向任何其他表。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在功能樹中找不到對應用途。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多半該刪除或重新設計關聯。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W9: 期中專案提案與資料庫設計審查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區塊四：REST API 規格書交叉評審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462430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各組展示 api_doc.md：把合約攤在桌上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每組展示自己的 API 規格書 api_doc.md。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它是前後端的正式合約，也是本次評審的核心文件。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一份好文件，前端不必問後端就知道怎麼呼叫。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接下來以三個焦點逐一檢視規格書的品質。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三大評審焦點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焦點一：命名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路由是否用名詞複數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焦點二：錯誤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是否定義 400 回應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焦點三：結構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結帳 Body 含明細陣列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W9: 期中專案提案與資料庫設計審查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區塊四：REST API 規格書交叉評審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678832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焦點一：路由是否採名詞複數，而非動詞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REST 規範要求路徑用名詞，且慣例採複數形。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應是 /users，而非 /getUser 或 /user。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動作交給 HTTP 動詞，網址只描述資源集合。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命名一致，整份 API 的語意才可預測。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路由命名檢查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不合規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/getUser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/addProduct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/user/list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動詞混入路徑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合規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GET /users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POST /products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GET /users/5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名詞複數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W9: 期中專案提案與資料庫設計審查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區塊四：REST API 規格書交叉評審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895234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焦點二：參數殘缺時，有無定義 400 回應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文件不能只寫成功情境，錯誤情境同樣要寫清楚。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欄位缺漏時應回 400 Bad Request，並附結構一致的 JSON。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前端要能預先知道各種失敗長什麼樣，才好處理。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只寫快樂路徑的文件，實戰時一定漏洞百出。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578608"/>
            <a:ext cx="4967935" cy="356616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57860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2715768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2715768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2715768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266090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錯誤回應範例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264261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267919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[JSON]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090672"/>
            <a:ext cx="310896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090672"/>
            <a:ext cx="4163263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400 Bad Request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"status"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"error"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"message"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"email 為必填"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W9: 期中專案提案與資料庫設計審查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區塊四：REST API 規格書交叉評審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111636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焦點三：結帳 Body 是否包含明細陣列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P.19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結帳請求結構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[JSON]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POST /orders  結帳請求 Body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"user_id"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7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"items"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"product_id"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"quantity"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"product_id"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"quantity"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items 陣列缺一不可，否則後端無從建立明細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審查要點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items 陣列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一次結帳含多項商品。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巢狀結構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每項含 product_id 與數量。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對應交易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後端據此寫入多列明細。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缺陣列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後端無法建立 order_items。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W9: 期中專案提案與資料庫設計審查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區塊四：REST API 規格書交叉評審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32803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交叉評審：互換文件，用文字模擬呼叫找漏洞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各組互相交換 API 文件，站在前端角度試著呼叫。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只憑文件，能不能拼出正確的請求？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拼不出來的地方，就是文件語意模糊之處。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被別組讀懂，才算真正合格的 API 文件。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交叉評審流程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兩組交換 api_doc.md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僅憑文件模擬呼叫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標記看不懂之處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回饋並修正文件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W9: 期中專案提案與資料庫設計審查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區塊五：現場實機冒煙測試演示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54443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冒煙測試：組裝後的第一道最基礎驗證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冒煙測試（Smoke Test）源自硬體通電看會不會冒煙。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軟體上，它是系統組裝後的第一輪最基礎功能驗證。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目的不是測完整功能，而是確認「系統不會一開就掛」。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冒煙測試過了，才有意義去做更細的功能測試。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冒煙測試的定位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組裝完成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前後端與資料庫接起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930487" y="3418332"/>
            <a:ext cx="182880" cy="192024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75704" y="3651504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冒煙測試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最基礎通訊是否可行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8930487" y="4710684"/>
            <a:ext cx="182880" cy="192024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775704" y="4943856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通過後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才進入細部功能測試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W9: 期中專案提案與資料庫設計審查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區塊五：現場實機冒煙測試演示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76084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現場實測：以 Postman 或 curl 直擊 api.php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學生須在教師面前，現場向自己的主機發射請求。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工具不限：Postman 圖形介面或終端機 curl 皆可。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重點是「當場」跑通，而非事前錄好的畫面。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現場實測最能反映系統真實的可運作程度。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578608"/>
            <a:ext cx="4967935" cy="356616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57860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2715768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2715768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2715768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266090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curl 冒煙測試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264261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267919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[Shell]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090672"/>
            <a:ext cx="310896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090672"/>
            <a:ext cx="4163263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curl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X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GET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\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http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//192.168.1.10/api.php/products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預期：回傳純淨的 JSON 商品陣列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W9: 期中專案提案與資料庫設計審查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區塊五：現場實機冒煙測試演示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97724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測試一：讀出商品全表，輸出純淨 JSON 陣列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P.23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第一個測試項：GET 商品全表。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回傳必須是乾淨、可解析的 JSON 陣列。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若混入 PHP 警告或多餘輸出，即代表後端有隱藏問題。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純淨的回應，是前端能順利解析的前提。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578608"/>
            <a:ext cx="4967935" cy="356616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57860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2715768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2715768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2715768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266090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測試一：讀取回應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264261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267919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[JSON]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090672"/>
            <a:ext cx="310896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090672"/>
            <a:ext cx="4163263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"status"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"success"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"data"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"id"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"name"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"耳機"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"price"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1290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W9: 期中專案提案與資料庫設計審查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區塊五：現場實機冒煙測試演示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19364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測試二：寫入新用戶，phpMyAdmin 即時刷出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第二個測試項：POST 註冊一名新使用者。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後端回 201 後，立刻到 phpMyAdmin 重新整理。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Users 表應即時出現剛寫入的那一列。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讀與寫都通過，才算完成基本的雙向驗證。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寫入驗證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Postman 送出註冊 JSON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後端回 201 Created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phpMyAdmin 重新整理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Users 出現新列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W9: 期中專案提案與資料庫設計審查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區塊五：現場實機冒煙測試演示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41004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卡關急救：三分鐘內靠 Apache 日誌原地復活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冒煙測試失敗時，別慌，也別亂改程式碼。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第一步永遠是打開 Apache 的 error.log 看真正原因。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多數卡關是連線、路由或 CORS，日誌都會直說。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養成看日誌的反射動作，除錯就能又快又準。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三分鐘急救對照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886"/>
                <a:gridCol w="2586560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症狀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先查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500 白畫面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error.log 致命錯誤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連不上資料庫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帳密與 3306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前端被擋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CORS 標頭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回 404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路由切割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W9: 期中專案提案與資料庫設計審查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區塊六：進度時程表與團隊分工審查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62644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甘特圖：把下半學期的里程碑攤在時間軸上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甘特圖（Gantt Chart）以橫條標示每項任務的起訖。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一眼看出哪些任務並行、哪些必須先後完成。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把里程碑標在時間軸上，進度是否落後一目了然。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有了時程圖，才談得上追蹤與風險管理。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下半學期里程碑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3617"/>
                <a:gridCol w="2858829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週次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里程碑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W10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前端 AJAX 讀雲端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W11-12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商品與購物車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W13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即時客服（難關）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W14-17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整合與優化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W18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期末驗收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W9: 期中專案提案與資料庫設計審查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區塊六：進度時程表與團隊分工審查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842851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分工：UI、後端核心、資料庫各有其主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明確劃分：誰主責 React Native UI。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誰主責 PHP 後端核心與 API。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誰主責 MariaDB 的維護與查詢優化。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職責清楚，才不會出現三個人都以為別人會做的空窗。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三大分工角色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前端主責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React Native UI 與狀態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後端主責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PHP API 與商務邏輯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資料庫主責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MariaDB 結構與優化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W9: 期中專案提案與資料庫設計審查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區塊六：進度時程表與團隊分工審查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059253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90/90 法則：最後一哩往往吃掉另一個 90%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前 90% 的程式碼，花掉 90% 的預估時間。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剩下的 10%，卻又吃掉另一個 90% 的時間。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收尾的除錯、整合與細節，永遠比想像中更久。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排程務必為最後的整合與除錯，預留充足的緩衝。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7416" y="1938528"/>
            <a:ext cx="4529023" cy="4023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90/90 法則的啟示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看似快完成，其實才走一半。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整合與除錯的時間最常被低估。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永遠預留緩衝，別把時程排滿。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越接近完成，越要提防意外。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W9: 期中專案提案與資料庫設計審查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區塊六：進度時程表與團隊分工審查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275655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看板管理：以 GitHub Project 或 Trello 追蹤任務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10820095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看板把任務分為「待辦、進行中、已完成」三欄。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每張卡片是一項任務，隨進度在欄位間流動。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誰在做什麼、卡在哪裡，全隊一目了然。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GitHub Project 還能與程式碼提交直接連動。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224528"/>
            <a:ext cx="10820095" cy="1920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224528"/>
            <a:ext cx="54864" cy="19202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407408"/>
            <a:ext cx="1030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看板任務流動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" y="4828032"/>
            <a:ext cx="2808122" cy="1042416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待辦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To Do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786530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1666" y="494690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認領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91786" y="4828032"/>
            <a:ext cx="2808122" cy="1042416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進行中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In Progress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554772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9908" y="494690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完成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60028" y="4828032"/>
            <a:ext cx="2808122" cy="1042416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已完成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Done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W9: 期中專案提案與資料庫設計審查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區塊六：進度時程表與團隊分工審查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49205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風險備案：若第 13 週客服大卡關，Plan B 是什麼？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即時客服是下半學期公認最難的一關。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每組都要事先想好：若它做不出來，退路是什麼？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備案例如：先以簡單短輪詢頂上，確保基本可用。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有備案的團隊，才不會在卡關時整個專案停擺。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客服功能備案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2021"/>
                <a:gridCol w="2450425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理想方案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備案 Plan B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即時雙向推播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短輪詢頂替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秒級同步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放寬到數秒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完整聊天室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先做單向通知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零遺漏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先求不崩潰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W9: 期中專案提案與資料庫設計審查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區塊七：典型失敗案例解剖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70845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反面教材一：設計 20 張表，最後寫不完而崩潰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期中野心勃勃設計了 20 張表，看似很完整。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期末才發現對應的程式碼根本寫不完。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最後多數功能半成品，整個專案被迫放棄。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教訓：表的數量要匹配團隊真正的產能。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貪多的下場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期中設計 20 張表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程式碼量遠超產能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多數功能半成品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期末全面崩潰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W9: 期中專案提案與資料庫設計審查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區塊七：典型失敗案例解剖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924860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反面教材二：欄位命名不對齊，資料全變 NULL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前端叫 productId，後端資料庫叫 product_id。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大小寫與命名風格不一致，對應時全部落空。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後端讀不到對應的鍵，寫入的資料全成了 NULL。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解法：團隊一開始就約定唯一的命名規範並寫進文件。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命名一致性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命名不對齊（錯）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前端 productId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後端 product_id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對應落空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資料變 NULL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命名一致（對）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前後端事先約定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統一 snake_case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寫進 API 文件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對應零失誤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W9: 期中專案提案與資料庫設計審查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區塊七：典型失敗案例解剖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141262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反面教材三：忘了 CORS，前後端卡在原地兩星期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P.33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前端一連後端就跳 CORS 錯誤，完全讀不到資料。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不理解成因的團隊，可能卡在這裡整整兩星期。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其實只要後端補上三大 CORS 標頭即可解決。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第 7 週的 CORS 觀念，正是為了避免這種悲劇。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前端請求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被 CORS 擋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1867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兩週 → 五分鐘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補三大標頭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瞬間打通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W9: 期中專案提案與資料庫設計審查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區塊七：典型失敗案例解剖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357664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工程精神：KISS 原則，先做完再做好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KISS：Keep It Simple, Stupid——別把系統搞複雜。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先讓最簡單的版本能完整跑通，再談優化與美化。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一個能用的簡單系統，勝過一個做不完的完美構想。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「先做完，再做好」，是所有專案存活的鐵律。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KISS 的實踐順序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第一步：做完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最簡版本先跑通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930487" y="3418332"/>
            <a:ext cx="182880" cy="192024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75704" y="3651504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第二步：做對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補齊正確性與防呆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8930487" y="4710684"/>
            <a:ext cx="182880" cy="192024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775704" y="4943856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第三步：做好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行有餘力才優化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W9: 期中專案提案與資料庫設計審查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區塊七：典型失敗案例解剖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574066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期中後必修防禦清單：把前人的坑一次補齊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把三個失敗案例的教訓，整理成一份防禦清單。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開發前逐項確認，就能避開最常見的致命坑。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這份清單同時是期末專案的自我檢查表。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7416" y="1938528"/>
            <a:ext cx="4529023" cy="4023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期中後必修防禦清單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資料表數量匹配團隊產能，寧少勿貪。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前後端欄位命名統一，並寫進 API 文件。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後端一開始就補齊三大 CORS 標頭。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所有寫入走預備陳述式，密碼一律雜湊。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多表寫入務必包在資料庫交易中。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遵循 KISS：先做完，再做好。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W9: 期中專案提案與資料庫設計審查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區塊八：高發性技術難點前瞻提示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790468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破哏第 10 週：生命週期與 Fetch 的掛載時機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下週回到前端，處理 React 組件的生命週期。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關鍵在「該在哪個時機發出 Fetch 請求」。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時機錯了，會拿到空資料或引發無限請求迴圈。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useEffect 與依賴陣列，是駕馭掛載時機的核心。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組件掛載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首次渲染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1867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正確時機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useEffect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發出 Fetch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W9: 期中專案提案與資料庫設計審查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區塊八：高發性技術難點前瞻提示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006870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破哏第 12 週：短輪詢頻率沒抓好會拖垮 XAMPP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即時客服常以短輪詢實現：每隔幾秒問一次後端。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若間隔設得太短，等於對 MariaDB 瘋狂連發查詢。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查詢頻率一失控，XAMPP 可能當場卡死。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輪詢間隔的取捨，是第 12 週的效能重點。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輪詢失控的後果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輪詢間隔設太短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查詢請求瘋狂連發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MariaDB 負載飆升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XAMPP 當場卡死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W9: 期中專案提案與資料庫設計審查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區塊八：高發性技術難點前瞻提示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223272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提前佈防：從第 10 週起，電腦 IP 必須固定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手機要連後端，靠的是電腦的區域網路 IP。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若 IP 隨 DHCP 每次上課都變，前端就得天天改網址。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設定固定 IP，能省下大量無謂的連線除錯。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這是下半學期實作順利的隱形前提。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IP 設定策略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浮動 IP（麻煩）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每次開機可能變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前端網址要跟著改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常誤判為程式壞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浪費除錯時間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固定 IP（穩定）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位址始終不變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前端網址寫死即可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排除一個變因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連線穩定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W9: 期中專案提案與資料庫設計審查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區塊八：高發性技術難點前瞻提示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439674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下半學期技術棧演進藍圖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10820095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從前端 Fetch，一路推進到即時客服與效能優化。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每一週的技術，都建立在前一週的基礎之上。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所有主題最終匯流到同一個期末專案。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看懂這張藍圖，就知道每週在整體中的位置。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224528"/>
            <a:ext cx="10820095" cy="1920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224528"/>
            <a:ext cx="54864" cy="19202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407408"/>
            <a:ext cx="1030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下半學期演進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" y="4828032"/>
            <a:ext cx="1866061" cy="1042416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W10 Fetch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跨網讀取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844469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9605" y="494690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725" y="4828032"/>
            <a:ext cx="1866061" cy="1042416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W11-12 CRUD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商品購物車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670651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15787" y="494690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75907" y="4828032"/>
            <a:ext cx="1866061" cy="1042416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W13 客服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即時通訊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496833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41969" y="494690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02089" y="4828032"/>
            <a:ext cx="1866061" cy="1042416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W14+ 優化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整合衝刺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W9: 期中專案提案與資料庫設計審查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區塊八：高發性技術難點前瞻提示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656076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現場解惑：各組架構提案的個別疑難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保留時間，針對各組提案的具體問題現場解答。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常見疑問集中在關聯設計、即時性與效能取捨。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把問題攤在課堂上，往往一組的疑惑是全班的共通盲點。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帶著清楚的答案離開，才能全速投入開發。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5000"/>
            </a:avLst>
          </a:prstGeom>
          <a:solidFill>
            <a:srgbClr val="ECFDFF"/>
          </a:solidFill>
          <a:ln w="15875">
            <a:solidFill>
              <a:srgbClr val="1E7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7416" y="1938528"/>
            <a:ext cx="4529023" cy="4023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常見個別疑難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購物車該存前端還是後端？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訂單狀態該用 ENUM 還是關聯表？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客服訊息量大時如何分頁？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圖片到底該放哪裡？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W9: 期中專案提案與資料庫設計審查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區塊九：期中成果講評與分組總結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872478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總體講評：全班提案的優點與通病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教師針對全班提案，做一次整體的優缺點盤點。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優點值得互相學習，通病則要共同引以為戒。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多數通病集中在範疇過大與文件不足。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把共通問題講在前面，能一次提升全班的水準。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全班總評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普遍優點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三層架構清楚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核心 CRUD 扎實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願意現場實測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分工有意識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普遍通病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範疇偏大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API 文件偏薄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錯誤情境少寫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時程過度樂觀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W9: 期中專案提案與資料庫設計審查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區塊九：期中成果講評與分組總結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08887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評比排行：公佈各組現場分數與名次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依三大指標當場結算各組分數並公佈名次。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透明的評分，讓各組清楚自己的相對位置。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排行不是終點，而是下半學期追趕的起點。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分數背後的評語，比名次本身更值得細看。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評分結算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5468"/>
                <a:gridCol w="1796978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評分維度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權重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設計完整性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40%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文檔規範度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30%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通訊可行性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30%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加分：答辯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±5%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W9: 期中專案提案與資料庫設計審查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區塊九：期中成果講評與分組總結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305281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嘉獎優秀：ERD 嚴謹、符合業界標準的組別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P.43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公開表揚資料表結構設計最嚴謹的組別。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它們的 ERD 命名清楚、關聯正確、正規化到位。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以優秀作品當範本，讓全班有具體的學習對象。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好的設計值得被看見，也值得被模仿。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優秀 ERD 的特徵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命名清楚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表名欄位一望即知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關聯正確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外部鍵精準無孤兒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正規化到位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無冗餘無遞移相依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W9: 期中專案提案與資料庫設計審查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區塊九：期中成果講評與分組總結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52168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強制輔導：落後與冒煙失敗組別的補救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進度落後或冒煙測試失敗的組別，安排課後輔導。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由助教一對一協助，把卡住的基礎關卡先打通。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落後不可怕，放著不管才會演變成期末的崩潰。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及早補救，是讓每一組都能完賽的關鍵。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補救輔導流程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辨識落後組別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指派助教輔導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打通基礎卡關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追上主線進度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W9: 期中專案提案與資料庫設計審查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區塊九：期中成果講評與分組總結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738085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統一規範：專案資料夾與 Coding Standards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宣告全班統一的專案資料夾結構與命名規範。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前端、後端、文件各有其固定的擺放位置。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規範一致，助教與教師檢閱時才能快速定位。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整齊劃一的專案結構，本身就是專業度的展現。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578608"/>
            <a:ext cx="4967935" cy="356616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57860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2715768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2715768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2715768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266090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統一專案結構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264261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267919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[Project]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090672"/>
            <a:ext cx="310896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090672"/>
            <a:ext cx="4163263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project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app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React Native 前端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api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PHP 後端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db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DDL 與 seed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docs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ERD 與 API 文件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W9: 期中專案提案與資料庫設計審查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區塊十：課堂總結與下半學期開局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954487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收回修正稿：紙本 ERD 與 API 文件草案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回收各組經過審查、當場修正後的紙本文件。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包含更新過的 ERD 與 API 規格書草案。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這些修正稿，是各組進入開發的正式起點。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把審查意見落實到文件上，才算真正吸收了回饋。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回收的三份文件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修正後 ERD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關聯與正規化已校正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修正後 API 文件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命名與錯誤碼補齊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精簡後 WBS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聚焦核心 CRUD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W9: 期中專案提案與資料庫設計審查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區塊十：課堂總結與下半學期開局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17088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階段宣告：期中專案正式完工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10820095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前八週的地基，經本週審查後正式定案。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設計、文檔與基礎通訊，三者皆已通過檢驗。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接下來的每一步，都建立在這份藍圖之上。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期中告一段落，下半場的衝刺正要開始。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" y="4361688"/>
            <a:ext cx="2808122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前八週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地基打底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786530" y="49560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1666" y="46451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驗收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91786" y="4361688"/>
            <a:ext cx="2808122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第 9 週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審查定案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554772" y="49560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9908" y="46451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衝刺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60028" y="4361688"/>
            <a:ext cx="2808122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下半學期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全速開發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W9: 期中專案提案與資料庫設計審查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區塊十：課堂總結與下半學期開局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387291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本週小結：藍圖劃定，正式進入開發階段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交付物規格完全確立，各組都有了清楚的方向。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範疇被收斂，命名被統一，文件被補齊。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剩下的，就是把藍圖一行一行變成程式碼。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設計階段結束，實作階段全面啟動。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5000"/>
            </a:avLst>
          </a:prstGeom>
          <a:solidFill>
            <a:srgbClr val="ECFDFF"/>
          </a:solidFill>
          <a:ln w="15875">
            <a:solidFill>
              <a:srgbClr val="1E7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7416" y="1938528"/>
            <a:ext cx="4529023" cy="4023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進入開發前確認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ERD 已修正並定稿。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API 規格書命名與錯誤碼齊備。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WBS 聚焦核心、時程含緩衝。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分工明確、看板已建立。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W9: 期中專案提案與資料庫設計審查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區塊十：課堂總結與下半學期開局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603693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下週預告：發動 AJAX，跨網讀取雲端 MariaDB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第 10 週回到手機端，正式發動 Fetch API。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讓 React Native 跨網讀取雲端 MariaDB 的真實資料。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前八週各自完備的三層，將首次在畫面上合體。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大航海時代開啟，資料終於在前端畫面上流動起來。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第 10 週重點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React 生命週期與掛載時機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useEffect 中發出 Fetch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載入 / 錯誤 / 成功三態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商品資料渲染上畫面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W9: 期中專案提案與資料庫設計審查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區塊十：課堂總結與下半學期開局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尾頁：程式碼是改出來的，架構是設計出來的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P.50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好架構源於深思熟慮的設計，而非邊寫邊想。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好程式碼源於一次次的修改與重構，而非一次寫成。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設計與實作互為表裡，缺一不可。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帶著這句話，全力衝刺下半學期。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5000"/>
            </a:avLst>
          </a:prstGeom>
          <a:solidFill>
            <a:srgbClr val="ECFDFF"/>
          </a:solidFill>
          <a:ln w="15875">
            <a:solidFill>
              <a:srgbClr val="1E7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7416" y="1938528"/>
            <a:ext cx="4529023" cy="4023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下半學期心法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先設計，再動手。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先做完，再做好。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遇錯先看日誌，別亂改。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簡單能跑，勝過複雜難成。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