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12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12 週：AJAX 即時通訊（一）：短輪詢技術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核心命題：伺服器不能主動，那就讓前端定時去問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551 ~ 600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技術主軸：setInterval · Cleanup · 輪詢間隔 · 狀態機終止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區塊一：即時性渴望與 HTTP 困境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即時性挑戰：外送到了嗎？付款成功了嗎？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現代商務充滿「我想立刻知道」的即時性需求。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外送員快到了嗎？訂單付款成功了嗎？客服回信了嗎？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使用者不願意也不該手動一直按重新整理。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系統要能「主動」把最新狀態呈現在眼前。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三大即時情境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外送追蹤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餐點到哪了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付款確認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扣款成功了嗎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客服回覆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對方回話了嗎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區塊一：即時性渴望與 HTTP 困境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HTTP 的先天殘疾：伺服器無法主動推播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HTTP/1.1 是嚴格的「請求—響應」單向制。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永遠是客戶端先問，伺服器才能答。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即使資料庫剛有最新變動，伺服器也無法主動通知手機。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這個先天限制，正是即時化要跨越的第一道門檻。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客戶端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先發問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單向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伺服器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才能答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區塊一：即時性渴望與 HTTP 困境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破局第一步：短輪詢（Short Polling）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既然伺服器不能主動，那就讓前端「定時去問」。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短輪詢：每隔固定秒數，主動發一次請求查最新狀態。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問到結果變了，就更新畫面；沒變，就繼續問。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它是初學者跨入即時化最直觀的第一塊墊腳石。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短輪詢的節奏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每隔 N 秒發一次請求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查詢最新狀態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有變化 → 更新畫面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無變化 → 繼續等下一輪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區塊一：即時性渴望與 HTTP 困境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白話比喻：坐車時每分鐘問一次「到了沒」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短輪詢就像小孩坐車，每隔一分鐘問一次父母。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「到了沒？到了沒？」——直到得到肯定答覆為止。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問得越勤，知道得越快，但也越吵越累。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這個「頻率取捨」，正是短輪詢的核心課題。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頻率的兩難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問太頻繁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知道得快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但很吵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耗電耗流量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拖垮後端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問太稀疏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省資源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但反應慢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體驗延遲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失去即時感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區塊二：setInterval 計時器引擎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setInterval：驅動短輪詢的原生計時器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setInterval 是 JavaScript 原生的定時器。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它讓一段函數「每隔固定時間」自動重複執行。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這正是驅動短輪詢的底層引擎。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它回傳一個計時器 ID，供日後停止使用。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setInterval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setInterval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每 2 秒執行 fn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clearInterval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停止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區塊二：setInterval 計時器引擎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語法剖析：setInterval(fn, 2000) 每兩秒引爆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輪詢計時器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第一參數：要重複執行的函數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第二參數：間隔毫秒數（2000ms = 2 秒）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timerId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setInterval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`${API}/orders?order_id=${orderId}`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更新畫面狀態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語法要點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第一參數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每輪要跑的函數。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2000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間隔毫秒。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timerId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計時器編號，供停止。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async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每輪內發非同步請求。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區塊二：setInterval 計時器引擎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商務實作：結帳後切換到「等待付款確認」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顧客在 CartScreen 結帳完成後，畫面切換狀態。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顯示「請稍後，正在等待付款確認…」。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同時激活短輪詢，開始定時查詢訂單狀態。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使用者只需等待，系統會主動告知結果。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結帳後的輪詢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結帳完成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畫面切「等待確認」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激活短輪詢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定時查訂單狀態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區塊二：setInterval 計時器引擎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輪詢核心：每兩秒查一次付款狀態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訂單狀態輪詢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每 2 秒發一次 GET，查這張訂單的最新狀態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setInterval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`${API}/orders?order_id=5`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訂單狀態只表示履約進度；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收到錢與否要看 payment.status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'success'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/* 停止並慶祝 */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6876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6876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468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GET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只查詢，不改資料。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010204"/>
            <a:ext cx="3604153" cy="6876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010204"/>
            <a:ext cx="45720" cy="6876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119932"/>
            <a:ext cx="3238393" cy="468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order_id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帶此參數才回單筆完整資訊。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3825849"/>
            <a:ext cx="3604153" cy="6876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3825849"/>
            <a:ext cx="45720" cy="6876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3935577"/>
            <a:ext cx="3238393" cy="468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payment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付款狀態與履約狀態是兩回事。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4641494"/>
            <a:ext cx="3604153" cy="6876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4641494"/>
            <a:ext cx="45720" cy="6876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4751222"/>
            <a:ext cx="3238393" cy="468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判斷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success 即達成目標。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1741" y="5457139"/>
            <a:ext cx="3604153" cy="6876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01741" y="5457139"/>
            <a:ext cx="45720" cy="6876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4621" y="5566867"/>
            <a:ext cx="3238393" cy="468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下一步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達成後須停止輪詢。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區塊二：setInterval 計時器引擎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時序圖：手機規律向 PHP/MariaDB 發射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0820095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938528"/>
            <a:ext cx="54864" cy="2194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121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短輪詢時序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手機計時器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每 2 秒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44469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9605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Fetch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725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查狀態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70651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5787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SELECT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5907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回傳 status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96833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1969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渲染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2089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畫面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更新或等待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70248"/>
            <a:ext cx="1082009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計時器像節拍器，每 2 秒規律地敲一次後端。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節拍越密，後端壓力越大——這是下個區塊的重點。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區塊三：計時器釋放與內存洩漏滅絕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致命雷區：不關計時器就會內存洩漏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setInterval 一旦啟動，除非手動清除，否則永不停止。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使用者離開頁面，計時器卻仍在背景隱形發射。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這就是內存洩漏（Memory Leak）的溫床。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不清理，遲早累積成一場災難。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洩漏的成因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啟動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setInterval 開始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離開頁面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計時器仍在跑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未清除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洩漏累積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區塊三：計時器釋放與內存洩漏滅絕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災難現象：進出頁面數十次，手機發燙閃退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使用者離開購物車去逛首頁，舊計時器沒被關掉。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反覆進出，就累積出數十個計時器同時運行。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數十個引擎一起轟炸後端，手機嚴重發燙。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最終 App 卡死、閃退，後端也被灌爆。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洩漏的災難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進出頁面多次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計時器層層累積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數十個同時轟炸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發燙、卡死、閃退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區塊三：計時器釋放與內存洩漏滅絕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解法：useEffect 的清除機制（Cleanup）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useEffect 允許回傳一個「清除函數」。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組件被銷毀時，React 會自動呼叫這個清除函數。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在裡面 clearInterval，就能精準關掉計時器。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啟動與清除成對出現，是所有計時器的鐵律。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useEffect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啟動計時器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設定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return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清除函數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銷毀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卸載時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clearInterval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區塊三：計時器釋放與內存洩漏滅絕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程式碼：在 useEffect 結尾 return 清除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計時器清除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useEffect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timerId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setInterval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pollOrderStatus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每 2 秒輪詢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★ 回傳清除函數：組件卸載時自動執行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clearInterval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timerId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空陣列：只在掛載時設定一次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清除機制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return () =&gt;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回傳清除函數。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clearInterval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ID 停止計時器。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[]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掛載設定、卸載清除。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成對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有設定必有清除。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區塊三：計時器釋放與內存洩漏滅絕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生命週期：組件銷毀時清除的執行順序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組件被銷毀（卸載）時，進入 ComponentWillUnmount 階段。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React 在此刻自動呼叫 useEffect 回傳的清除函數。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計時器因此在頁面離開的瞬間就被關閉。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理解這個時序，就能確保資源乾淨釋放。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清除的時序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組件掛載 → 設定計時器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使用者離開頁面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組件卸載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自動執行 clearInterval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區塊四：短輪詢對資料庫的效能海嘯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效能思辨：短輪詢為何被視為效能毒藥？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短輪詢好寫、好懂，是絕佳的教學起點。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但在大規模商用中，它是公認的效能毒藥。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原因在於它會對後端產生海量的重複查詢。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理解它的代價，才知道何時該換更進階的方案。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短輪詢的兩面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優點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好寫、好懂、跨門檻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缺點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海量重複查詢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結論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教學佳、大規模需優化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區塊四：短輪詢對資料庫的效能海嘯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量化計算：1000 人每 2 秒 = 每秒 500 次查詢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假設全校 1000 位學生同時開著 App。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每人每 2 秒輪詢一次，等於每秒 500 次請求。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 Apache 與 MariaDB 每秒承受 500 次 SQL 查詢。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使用者一多，這個數字就以驚人速度膨脹。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輪詢負載計算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同時人數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每秒查詢數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 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 次/秒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1000 人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 次/秒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5000 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2500 次/秒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結論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線性暴增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區塊四：短輪詢對資料庫的效能海嘯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空查詢浪費：99% 的查詢根本沒有新資料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 500 次查詢中，絕大多數狀態根本沒變。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可能高達 99% 是白白消耗 CPU 的「空查詢」。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後端拼命工作，卻幾乎沒有產出有效資訊。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這種浪費，正是短輪詢最被詬病之處。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500 次查詢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每秒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空轉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99% 無變化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純浪費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區塊四：短輪詢對資料庫的效能海嘯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邊界災難：連線池塞滿導致拒絕連線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MariaDB 的連線數（Max Connections）有上限。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海量並發輪詢會瞬間塞滿連線池。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後來的請求被直接拒絕，出現拒絕連線錯誤。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此時整個系統對所有人都失去回應。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連線池耗盡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4290"/>
                <a:gridCol w="2178156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徵狀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根因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Too many connections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連線池被塞滿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回應變慢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查詢排隊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拒絕連線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超過上限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全站癱瘓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資源耗盡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區塊四：短輪詢對資料庫的效能海嘯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優化策略：動態退避調整輪詢間隔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妥協策略：讓輪詢間隔隨時間動態放大。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 1 分鐘每 2 秒問一次，之後降為每 10 秒。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越等越久沒消息，就問得越稀疏——退避演算法。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以少量的反應延遲，換取大幅的後端壓力下降。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退避調整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21"/>
                <a:gridCol w="245042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時段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輪詢間隔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 1 分鐘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每 2 秒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1~5 分鐘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每 5 秒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 分鐘後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每 10 秒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策略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指數退避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區塊五：PHP 訂單狀態查詢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後端分支：api.php 的 orders 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orders 查詢分支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api.php  →  case 'orders': GET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$_GET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"SELECT status FROM orders WHERE id = ?"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'success'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'ok'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分支要點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intval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頁面 id 防呆轉整數。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? 占位符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防注入。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只取 status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輪詢只需狀態欄位。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輕量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回應越小越省頻寬。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區塊五：PHP 訂單狀態查詢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精準查詢：以 order_id 撈 status 欄位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PDO 預備陳述式，依前端傳來的 order_id 查詢。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只撈 Orders 表的 status 欄位，不多不少。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占位符確保 id 就算是惡意字串也不會出事。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輪詢頻繁，每一次查詢都要盡量輕。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order_id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前端傳入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精準查詢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Orders 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查 status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區塊五：PHP 訂單狀態查詢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狀態映射：pending 待付款、paid 已付款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訂單狀態以 ENUM 表達，值語意清楚。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pending 代表待付款，paid 代表已付款。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前端就靠這個欄位的變化，判斷是否付款成功。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狀態機的每一步，都對應資料庫的一個枚舉值。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訂單狀態枚舉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751"/>
                <a:gridCol w="272269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status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含義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pending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待付款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paid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已付款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shipped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已出貨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done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已完成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區塊五：PHP 訂單狀態查詢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後端優化：只 select 必要欄位，回應降到幾百位元組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絕不 SELECT *，只取輪詢真正需要的 status。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回應 JSON 因此小到只有幾百個位元組。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乘上每秒數百次輪詢，省下的頻寬非常可觀。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輪詢的每一分輕量，都會被頻率放大成巨大效益。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輪詢查詢優化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SELECT 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撈出整列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含 TEXT 大欄位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回應肥大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頻寬浪費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SELECT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只撈狀態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幾百位元組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回應輕量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頻寬節省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區塊五：PHP 訂單狀態查詢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實測：管理員改 paid，API 回傳即時變更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管理員在網頁後台把訂單狀態改為 paid。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下一次輪詢，API 回傳的 status 立刻變成 paid。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資料庫是唯一真相，狀態一改，所有端都讀得到。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這就是即時性的起點：狀態變化被前端持續感知。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狀態變更的傳播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管理員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改為 paid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UPDATE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status=paid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下輪 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手機輪詢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讀到 paid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區塊六：接收輪詢資料與狀態機阻斷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收到 paid：前端該如何應對？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當某一輪輪詢發現 status 變成 paid……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前端要做兩件事：停止輪詢、切換畫面。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目標達成了，就不該再繼續問下去。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如何優雅地「勒令計時器停火」，是本區塊重點。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達成後的動作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偵測 paid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輪詢命中目標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停止輪詢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clearInterval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切換畫面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顯示成功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區塊六：接收輪詢資料與狀態機阻斷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臨界點控制：收款成功就當場 clearInterval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達標即停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useEffect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setInterval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pollOrder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payment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'success'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clearInterval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★ 命中即停火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setPaid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切換狀態機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clearInterval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停火要點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命中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status 為 paid。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clearInterval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立即停止輪詢。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setPaid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驅動畫面切換。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雙保險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卸載時也清除。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區塊六：接收輪詢資料與狀態機阻斷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狀態機切換：從等待畫面到大綠勾勾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以一個 paid 布林狀態，控制畫面顯示哪一屏。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false 時顯示「正在等待付款確認…」。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true 時切換為大綠勾勾「付款成功，準備出貨！」。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狀態驅動畫面，這正是 UI = f(State) 的實踐。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狀態機切換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&lt;SuccessView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&lt;WaitingView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狀態決定畫面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區塊六：接收輪詢資料與狀態機阻斷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平滑導覽：3 秒後自動返回商品首頁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延時導覽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useEffect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!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顯示成功畫面 3 秒後，自動導回首頁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setTimeout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navigation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navigate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'Home'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3000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clearTimeout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導覽設計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[paid]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付款成功後才啟動。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setTimeout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延時 3 秒。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navigate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自動返回首頁。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清除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卸載時清 timeout。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區塊六：接收輪詢資料與狀態機阻斷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旗標控制：以 Boolean 優雅掌控輪詢生死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整套邏輯的核心，是用布林旗標控制輪詢的生與死。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paid 未達成前持續輪詢，達成後立即終止。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配合 useEffect 的清除，資源乾淨無殘留。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簡單的一個布林，就優雅地管住了整個即時流程。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輪詢生命週期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啟動輪詢（paid=false）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偵測 paid → clearInterval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setPaid(true) 切畫面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3 秒後導回首頁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區塊七：PC 網頁商品列表即時監聽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移植到網頁：PC 顧客前台的即時監聽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同樣的短輪詢思想，可移植到 PC 顧客商城網頁。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index.html 定時抓取商品列表，自動反映最新上架。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網頁與手機共用同一套即時化觀念。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只是把 setInterval 從 React 換成純 JavaScript。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index.html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setInterval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每 5 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api.php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商品全表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區塊七：PC 網頁商品列表即時監聽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商務場景：顧客開著首頁，管理員正在上架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顧客開著商城首頁瀏覽，沒有做任何操作。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此時管理員在後台上架了一件新商品。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資料庫多了一列，但顧客的畫面還不知道。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短輪詢的任務，就是讓這則變化自動浮現。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自動上新流程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顧客開著首頁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管理員上架新品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輪詢抓到新資料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首頁自動冒出新品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區塊七：PC 網頁商品列表即時監聽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網頁計時器：每 5 秒呼叫商品全表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網頁即時監聽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index.html 的即時監聽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setInterval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fetchProductsLive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fetchProductsLive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`${API}/products`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renderGrid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重繪商品格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5000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 5 秒一次。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fetchLive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抓最新商品全表。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renderGrid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重繪畫面。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純 JS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無需 React。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區塊七：PC 網頁商品列表即時監聽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DOM 刷洗：先清空 grid，再重新 append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DOM 刷洗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renderGrid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grid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document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getElementById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'productGrid'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grid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innerHTML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先清空舊節點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document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createElement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'div'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innerText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 $'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grid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appendChild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再逐一加入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刷洗步驟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innerHTML=''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清空舊內容。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forEach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走訪最新資料。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createElement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建立節點。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appendChild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加入畫面。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區塊七：PC 網頁商品列表即時監聽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成果：畫面自動更新，永遠不必按 F5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顧客完全不需要手動按 F5 重新整理。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新商品在數秒內自動平滑地出現在畫面上。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網頁也具備了「活起來」的即時感。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這正是短輪詢帶給前端的第一份即時魔法。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網頁即時化要點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setInterval 定時抓最新資料。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每次先清空再重繪 DOM。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間隔勿低於 2 秒。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離開頁面記得 clearInterval。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區塊八：長輪詢與 WebSockets 前瞻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開闊視野：跳脫短輪詢的進階方案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短輪詢是入門，但業界有更省資源的即時方案。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認識它們，能看清短輪詢的定位與極限。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主要有兩條進階路線：長輪詢與 WebSockets。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了解取捨，未來才知道何時該升級。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三種即時方案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短輪詢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定時問，最簡單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長輪詢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問了就等到有結果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WebSockets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雙向持久管道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區塊八：長輪詢與 WebSockets 前瞻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長輪詢：後端抱住連線直到有新資料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長輪詢：前端發請求，後端「抱住連線不回」。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直到資料庫有新資料，才回傳並斷開。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前端一收到就立刻再發下一個請求。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比起短輪詢，它大幅減少了無謂的空查詢。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發請求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等待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抱住等新資料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回應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有資料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才回傳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區塊八：長輪詢與 WebSockets 前瞻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長輪詢的代價：吃光 PHP 短生命週期執行緒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後端抱住連線期間，一個 PHP 進程就被佔住不放。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本是「請求來才跑、跑完就結束」的短生命週期語言。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大量長連線會迅速耗盡有限的 PHP 執行緒。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因此長輪詢並不適合 PHP 這類語言，是它的先天限制。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兩者的取捨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短輪詢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連線即斷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省 PHP 進程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但查詢多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適合 PHP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長輪詢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抱住連線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省查詢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但吃進程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不適合 PHP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區塊八：長輪詢與 WebSockets 前瞻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WebSockets：打破 HTTP 的雙向持久管道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WebSockets 是網頁全雙工的終極神兵。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它建立一條持久的 TCP 管道，雙向同時傳輸。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伺服器終於能「主動推播」，不必等前端問。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真正的即時聊天、遊戲、協作，多以它為基礎。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客戶端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持久連線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全雙工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伺服器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雙向即時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區塊八：長輪詢與 WebSockets 前瞻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為何仍教短輪詢：最完美的即時化奠基石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短輪詢用最少的新概念，就能打通「即時化」的任督二脈。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它只需 setInterval 與既有的 Fetch，門檻極低。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與 PHP 短生命週期天生契合，不需額外基礎設施。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作為初學者跨入即時資料庫的墊腳石，它無可取代。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短輪詢的定位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概念最簡單，最快上手。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與 PHP / MariaDB 完美契合。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無需額外伺服器或協議。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即時化教學的最佳起點。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區塊九：計時器疊加與卡死排除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錯誤一：忘 Cleanup，Apache 拋 MaxClients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反覆測試卻沒清除計時器，連線不斷累積。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Apache 最終拋出 MaxClients reached，拒絕服務。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這是漏寫 clearInterval 累積出來的惡果。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看到 MaxClients，先回頭檢查清除機制。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MaxClients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[Error]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server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reached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MaxClients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setting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consider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raising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→ 計時器未清除累積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區塊九：計時器疊加與卡死排除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除錯演練：netstat 目睹成百上千條死結連線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netstat 檢查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觀察 80 埠上的連線狀態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netstat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ano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grep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80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若看到成百上千條 TIME_WAIT，即是計時器失控的鐵證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TCP    ...:80    ...  TIME_WAIT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TCP    ...:80    ...  TIME_WAIT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...（滿滿一整螢幕）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判讀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netstat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列出網路連線。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TIME_WAIT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剛關閉的連線殘影。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成百上千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計時器失控指紋。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正常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應該寥寥數條。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區塊九：計時器疊加與卡死排除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錯誤二：間隔太短，前一次還沒回下一次又射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若把輪詢間隔設成 100 毫秒，會出大問題。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前一次 Fetch 還沒回來，下一次又被射了出去。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請求彼此踩踏，資料錯亂、後端被灌爆。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間隔必須留給每次請求足夠的往返時間。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100ms 間隔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太短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重疊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請求踩踏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資料錯亂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區塊九：計時器疊加與卡死排除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修正規範：最小輪詢間隔不得低於 2000 毫秒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全班實驗一律規定：輪詢間隔不得低於 2000 毫秒。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2 秒足夠讓大多數請求安全往返。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既保有即時感，又不至於灌爆後端。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這是一條簡單卻能避開大量災難的紀律。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間隔規範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751"/>
                <a:gridCol w="272269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間隔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評價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 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禁止，請求踩踏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 ms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過密，壓力大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2000 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課程最小值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5000 ms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網頁列表適用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區塊九：計時器疊加與卡死排除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監控：以日誌面板觀察計時器啟動與銷毀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在計時器啟動與清除處各印一行 log。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透過 React Native 日誌面板，觀察它們是否成對出現。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只啟動不銷毀，就是洩漏的鐵證。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養成監控習慣，隱形的計時器就無所遁形。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78608"/>
            <a:ext cx="4967935" cy="3566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57860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71576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71576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6090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計時器監控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64261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67919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090672"/>
            <a:ext cx="31089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90672"/>
            <a:ext cx="416326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'⏱ 計時器啟動'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'🧹 計時器清除'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兩者應成對出現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區塊十：本週驗收與下週預告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硬性指標：狀態改 paid，3 秒內自動跳成功並停火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PC 網頁或手機 App 須具備定時輪詢功能。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在資料庫手動把訂單狀態改為 paid。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前端須在 3 秒內自動跳出付款成功畫面。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且必須當場終止計時器，不再繼續輪詢。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驗收檢核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具備定時輪詢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 paid 後 3 秒內反映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自動跳成功畫面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命中即 clearInterval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區塊十：本週驗收與下週預告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現場抽查：漏寫 clearInterval 者當場扣分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教師逐組檢查計時器的清除程式碼。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漏寫 clearInterval 的組別，當場扣分並勒令修正。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因為這個疏漏，在上線後就是災難級的資源洩漏。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清除機制不是可選項，而是硬性要求。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抽查重點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useEffect 有回傳清除函數。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clearInterval 對應正確 ID。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達標時也主動停火。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間隔不低於 2000ms。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區塊十：本週驗收與下週預告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隨堂測試：口述何謂內存洩漏與如何防範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口頭詢問：什麼是內存洩漏？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如何在 React 的 useEffect 中防範它？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標準答案：以清除函數 clearInterval 釋放計時器。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能講清楚這條因果，才算真正掌握了即時化的地基。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標準答案要點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洩漏：資源用完未釋放，持續累積。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計時器離開頁面仍在跑即是一例。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防範：useEffect return 清除函數。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在其中 clearInterval 釋放資源。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區塊十：本週驗收與下週預告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本週小結：靜態系統升級為動態即時系統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P.599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系統從「按了才更新」進化為「自己會更新」。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掌握 setInterval 輪詢與 useEffect 清除機制。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也理解了短輪詢的效能代價與退避優化。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系統首次具備了感知變化的能力。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前端輪詢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定時感知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每 2 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回傳狀態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即時反映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資料真相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W12: AJAX 即時通訊（一）：短輪詢技術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區塊十：本週驗收與下週預告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下週預告：第三階段，跨平台雙向即時客服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把短輪詢發揮到極致：實作即時客服聊天室。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PC 管理後台、PC 顧客前台、手機 App 三端同步。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三端對同一組 Chat_Rooms 與 Messages 高並發讀寫。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這是整門課程技術的最高峰——大三通。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第 13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三端即時通訊架構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Chat_Rooms 與 Messages 表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輪詢 + POST 雙引擎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自動捲動與氣泡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